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  /><Relationship Id="rId2" Type="http://schemas.openxmlformats.org/package/2006/relationships/metadata/thumbnail" Target="docProps/thumbnail.jpeg"  /><Relationship Id="rId3" Type="http://schemas.openxmlformats.org/package/2006/relationships/metadata/core-properties" Target="docProps/core.xml"  /><Relationship Id="rId4" Type="http://schemas.openxmlformats.org/officeDocument/2006/relationships/extended-properties" Target="docProps/app.xml"  /><Relationship Id="rId5" Type="http://schemas.openxmlformats.org/officeDocument/2006/relationships/custom-properties" Target="docProps/custom.xml"  /></Relationships>
</file>

<file path=ppt/presentation.xml><?xml version="1.0" encoding="utf-8"?>
<p:presentation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sldMasterIdLst>
    <p:sldMasterId id="2147483928" r:id="rId1"/>
  </p:sldMasterIdLst>
  <p:notesMasterIdLst>
    <p:notesMasterId r:id="rId2"/>
  </p:notesMasterIdLst>
  <p:sldIdLst>
    <p:sldId id="256" r:id="rId3"/>
  </p:sldIdLst>
  <p:sldSz cx="10477500" cy="2428875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presProps.xml><?xml version="1.0" encoding="utf-8"?>
<p:presentation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file>

<file path=ppt/tableStyles.xml><?xml version="1.0" encoding="utf-8"?>
<a:tblStyleLst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def="{5C22544A-7EE6-4342-B048-85BDC9FD1C3A}"/>
</file>

<file path=ppt/viewProps.xml><?xml version="1.0" encoding="utf-8"?>
<p:view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normalViewPr snapVertSplitter="1">
    <p:restoredLeft sz="4429"/>
    <p:restoredTop sz="90000"/>
  </p:normalViewPr>
  <p:slideViewPr>
    <p:cSldViewPr snapToGrid="0" snapToObjects="1">
      <p:cViewPr>
        <p:scale>
          <a:sx n="80" d="100"/>
          <a:sy n="80" d="100"/>
        </p:scale>
        <p:origin x="0" y="0"/>
      </p:cViewPr>
      <p:guideLst>
        <p:guide orient="horz" pos="7648"/>
        <p:guide pos="3299"/>
      </p:guideLst>
    </p:cSldViewPr>
  </p:slideViewPr>
  <p:notesTextViewPr>
    <p:cViewPr>
      <p:scale>
        <a:sx n="10" d="100"/>
        <a:sy n="10" d="100"/>
      </p:scale>
      <p:origin x="0" y="0"/>
    </p:cViewPr>
  </p:notesTextViewPr>
  <p:gridSpacing cx="72009" cy="72009"/>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  /><Relationship Id="rId2" Type="http://schemas.openxmlformats.org/officeDocument/2006/relationships/notesMaster" Target="notesMasters/notesMaster1.xml"  /><Relationship Id="rId3" Type="http://schemas.openxmlformats.org/officeDocument/2006/relationships/slide" Target="slides/slide1.xml"  /><Relationship Id="rId4" Type="http://schemas.openxmlformats.org/officeDocument/2006/relationships/presProps" Target="presProps.xml"  /><Relationship Id="rId5" Type="http://schemas.openxmlformats.org/officeDocument/2006/relationships/viewProps" Target="viewProps.xml"  /><Relationship Id="rId6" Type="http://schemas.openxmlformats.org/officeDocument/2006/relationships/theme" Target="theme/theme1.xml"  /><Relationship Id="rId7" Type="http://schemas.openxmlformats.org/officeDocument/2006/relationships/tableStyles" Target="tableStyle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idx="0"/>
          </p:nvPr>
        </p:nvSpPr>
        <p:spPr>
          <a:xfrm>
            <a:off x="0" y="0"/>
            <a:ext cx="2971800" cy="457200"/>
          </a:xfrm>
          <a:prstGeom prst="rect">
            <a:avLst/>
          </a:prstGeom>
        </p:spPr>
        <p:txBody>
          <a:bodyPr vert="horz" lIns="91440" tIns="45720" rIns="91440" bIns="45720"/>
          <a:lstStyle>
            <a:lvl1pPr algn="l">
              <a:defRPr sz="1200"/>
            </a:lvl1pPr>
          </a:lstStyle>
          <a:p>
            <a:pPr lvl="0">
              <a:defRPr/>
            </a:pPr>
            <a:r>
              <a:rPr lang="ko-KR" altLang="en-US"/>
              <a:t/>
            </a:r>
            <a:endParaRPr lang="ko-KR" altLang="en-US"/>
          </a:p>
        </p:txBody>
      </p:sp>
      <p:sp>
        <p:nvSpPr>
          <p:cNvPr id="3" name="날짜 개체 틀 2"/>
          <p:cNvSpPr>
            <a:spLocks noGrp="1"/>
          </p:cNvSpPr>
          <p:nvPr>
            <p:ph type="dt" idx="1"/>
          </p:nvPr>
        </p:nvSpPr>
        <p:spPr>
          <a:xfrm>
            <a:off x="3884613" y="0"/>
            <a:ext cx="2971800" cy="457200"/>
          </a:xfrm>
          <a:prstGeom prst="rect">
            <a:avLst/>
          </a:prstGeom>
        </p:spPr>
        <p:txBody>
          <a:bodyPr vert="horz" lIns="91440" tIns="45720" rIns="91440" bIns="45720"/>
          <a:lstStyle>
            <a:lvl1pPr algn="r">
              <a:defRPr sz="1200"/>
            </a:lvl1pPr>
          </a:lstStyle>
          <a:p>
            <a:pPr lvl="0">
              <a:defRPr/>
            </a:pPr>
            <a:fld id="{E2B2BC9D-A816-4D0A-858B-1D023B3A8ACA}" type="datetime1">
              <a:rPr lang="ko-KR" altLang="en-US"/>
              <a:pPr lvl="0">
                <a:defRPr/>
              </a:pPr>
              <a:t>2021-05-04</a:t>
            </a:fld>
            <a:endParaRPr lang="ko-KR" altLang="en-US"/>
          </a:p>
        </p:txBody>
      </p:sp>
      <p:sp>
        <p:nvSpPr>
          <p:cNvPr id="4" name="슬라이드 이미지 개체 틀 3"/>
          <p:cNvSpPr>
            <a:spLocks noGrp="1" noRot="1" noChangeAspect="1" noTextEdit="1"/>
          </p:cNvSpPr>
          <p:nvPr>
            <p:ph type="sldImg" idx="2"/>
          </p:nvPr>
        </p:nvSpPr>
        <p:spPr>
          <a:xfrm>
            <a:off x="2689411" y="685800"/>
            <a:ext cx="1479176" cy="3429000"/>
          </a:xfrm>
          <a:prstGeom prst="rect">
            <a:avLst/>
          </a:prstGeom>
          <a:noFill/>
          <a:ln w="12700">
            <a:solidFill>
              <a:prstClr val="black"/>
            </a:solidFill>
          </a:ln>
        </p:spPr>
        <p:txBody>
          <a:bodyPr vert="horz" lIns="91440" tIns="45720" rIns="91440" bIns="45720" anchor="ctr"/>
          <a:lstStyle/>
          <a:p>
            <a:pPr lvl="0">
              <a:defRPr/>
            </a:pPr>
            <a:endParaRPr lang="ko-KR" altLang="en-US"/>
          </a:p>
        </p:txBody>
      </p:sp>
      <p:sp>
        <p:nvSpPr>
          <p:cNvPr id="5" name="슬라이드 노트 개체 틀 4"/>
          <p:cNvSpPr>
            <a:spLocks noGrp="1"/>
          </p:cNvSpPr>
          <p:nvPr>
            <p:ph type="body" sz="quarter" idx="3"/>
          </p:nvPr>
        </p:nvSpPr>
        <p:spPr>
          <a:xfrm>
            <a:off x="685800" y="4343400"/>
            <a:ext cx="5486400" cy="4114800"/>
          </a:xfrm>
          <a:prstGeom prst="rect">
            <a:avLst/>
          </a:prstGeom>
        </p:spPr>
        <p:txBody>
          <a:bodyPr vert="horz" lIns="91440" tIns="45720" rIns="91440" bIns="45720">
            <a:noAutofit/>
          </a:bodyPr>
          <a:lstStyle/>
          <a:p>
            <a:pPr lvl="0">
              <a:defRPr/>
            </a:pPr>
            <a:r>
              <a:rPr lang="ko-KR" altLang="en-US"/>
              <a:t>마스터 텍스트 스타일을 편집합니다</a:t>
            </a:r>
            <a:endParaRPr lang="ko-KR" altLang="en-US"/>
          </a:p>
          <a:p>
            <a:pPr lvl="1">
              <a:defRPr/>
            </a:pPr>
            <a:r>
              <a:rPr lang="ko-KR" altLang="en-US"/>
              <a:t>둘째 수준</a:t>
            </a:r>
            <a:endParaRPr lang="ko-KR" altLang="en-US"/>
          </a:p>
          <a:p>
            <a:pPr lvl="2">
              <a:defRPr/>
            </a:pPr>
            <a:r>
              <a:rPr lang="ko-KR" altLang="en-US"/>
              <a:t>셋째 수준</a:t>
            </a:r>
            <a:endParaRPr lang="ko-KR" altLang="en-US"/>
          </a:p>
          <a:p>
            <a:pPr lvl="3">
              <a:defRPr/>
            </a:pPr>
            <a:r>
              <a:rPr lang="ko-KR" altLang="en-US"/>
              <a:t>넷째 수준</a:t>
            </a:r>
            <a:endParaRPr lang="ko-KR" altLang="en-US"/>
          </a:p>
          <a:p>
            <a:pPr lvl="4">
              <a:defRPr/>
            </a:pPr>
            <a:r>
              <a:rPr lang="ko-KR" altLang="en-US"/>
              <a:t>다섯째 수준</a:t>
            </a:r>
            <a:endParaRPr lang="ko-KR" altLang="en-US"/>
          </a:p>
        </p:txBody>
      </p:sp>
      <p:sp>
        <p:nvSpPr>
          <p:cNvPr id="6" name="바닥글 개체 틀 5"/>
          <p:cNvSpPr>
            <a:spLocks noGrp="1"/>
          </p:cNvSpPr>
          <p:nvPr>
            <p:ph type="ftr" sz="quarter" idx="4"/>
          </p:nvPr>
        </p:nvSpPr>
        <p:spPr>
          <a:xfrm>
            <a:off x="0" y="8685213"/>
            <a:ext cx="2971800" cy="457200"/>
          </a:xfrm>
          <a:prstGeom prst="rect">
            <a:avLst/>
          </a:prstGeom>
        </p:spPr>
        <p:txBody>
          <a:bodyPr vert="horz" lIns="91440" tIns="45720" rIns="91440" bIns="45720" anchor="b"/>
          <a:lstStyle>
            <a:lvl1pPr algn="l">
              <a:defRPr sz="1200"/>
            </a:lvl1pPr>
          </a:lstStyle>
          <a:p>
            <a:pPr lvl="0">
              <a:defRPr/>
            </a:pPr>
            <a:r>
              <a:rPr lang="ko-KR" altLang="en-US"/>
              <a:t/>
            </a:r>
            <a:endParaRPr lang="ko-KR" altLang="en-US"/>
          </a:p>
        </p:txBody>
      </p:sp>
      <p:sp>
        <p:nvSpPr>
          <p:cNvPr id="7" name="슬라이드 번호 개체 틀 6"/>
          <p:cNvSpPr>
            <a:spLocks noGrp="1"/>
          </p:cNvSpPr>
          <p:nvPr>
            <p:ph type="sldNum" sz="quarter" idx="5"/>
          </p:nvPr>
        </p:nvSpPr>
        <p:spPr>
          <a:xfrm>
            <a:off x="3884613" y="8685213"/>
            <a:ext cx="2971800" cy="457200"/>
          </a:xfrm>
          <a:prstGeom prst="rect">
            <a:avLst/>
          </a:prstGeom>
        </p:spPr>
        <p:txBody>
          <a:bodyPr vert="horz" lIns="91440" tIns="45720" rIns="91440" bIns="45720" anchor="b"/>
          <a:lstStyle>
            <a:lvl1pPr algn="r">
              <a:defRPr sz="1200"/>
            </a:lvl1pPr>
          </a:lstStyle>
          <a:p>
            <a:pPr lvl="0">
              <a:defRPr/>
            </a:pPr>
            <a:fld id="{09F4262C-968C-4EE9-8164-CE16364706B3}" type="slidenum">
              <a:rPr lang="ko-KR" altLang="en-US"/>
              <a:pPr lvl="0">
                <a:defRPr/>
              </a:pPr>
              <a:t>‹#›</a:t>
            </a:fld>
            <a:endParaRPr lang="ko-KR" alt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1" hangingPunct="1">
      <a:defRPr sz="1200" kern="1200">
        <a:solidFill>
          <a:schemeClr val="tx1"/>
        </a:solidFill>
        <a:latin typeface="+mj-lt"/>
        <a:ea typeface="+mj-ea"/>
        <a:cs typeface="+mj-cs"/>
      </a:defRPr>
    </a:lvl1pPr>
    <a:lvl2pPr marL="457200" algn="l" defTabSz="914400" rtl="0" eaLnBrk="1" latinLnBrk="1" hangingPunct="1">
      <a:defRPr sz="1200" kern="1200">
        <a:solidFill>
          <a:schemeClr val="tx1"/>
        </a:solidFill>
        <a:latin typeface="+mj-lt"/>
        <a:ea typeface="+mj-ea"/>
        <a:cs typeface="+mj-cs"/>
      </a:defRPr>
    </a:lvl2pPr>
    <a:lvl3pPr marL="914400" algn="l" defTabSz="914400" rtl="0" eaLnBrk="1" latinLnBrk="1" hangingPunct="1">
      <a:defRPr sz="1200" kern="1200">
        <a:solidFill>
          <a:schemeClr val="tx1"/>
        </a:solidFill>
        <a:latin typeface="+mj-lt"/>
        <a:ea typeface="+mj-ea"/>
        <a:cs typeface="+mj-cs"/>
      </a:defRPr>
    </a:lvl3pPr>
    <a:lvl4pPr marL="1371600" algn="l" defTabSz="914400" rtl="0" eaLnBrk="1" latinLnBrk="1" hangingPunct="1">
      <a:defRPr sz="1200" kern="1200">
        <a:solidFill>
          <a:schemeClr val="tx1"/>
        </a:solidFill>
        <a:latin typeface="+mj-lt"/>
        <a:ea typeface="+mj-ea"/>
        <a:cs typeface="+mj-cs"/>
      </a:defRPr>
    </a:lvl4pPr>
    <a:lvl5pPr marL="1828800" algn="l" defTabSz="914400" rtl="0" eaLnBrk="1" latinLnBrk="1" hangingPunct="1">
      <a:defRPr sz="1200" kern="1200">
        <a:solidFill>
          <a:schemeClr val="tx1"/>
        </a:solidFill>
        <a:latin typeface="+mj-lt"/>
        <a:ea typeface="+mj-ea"/>
        <a:cs typeface="+mj-cs"/>
      </a:defRPr>
    </a:lvl5pPr>
    <a:lvl6pPr marL="2286000" algn="l" defTabSz="914400" rtl="0" eaLnBrk="1" latinLnBrk="1" hangingPunct="1">
      <a:defRPr sz="1200" kern="1200">
        <a:solidFill>
          <a:schemeClr val="tx1"/>
        </a:solidFill>
        <a:latin typeface="+mj-lt"/>
        <a:ea typeface="+mj-ea"/>
        <a:cs typeface="+mj-cs"/>
      </a:defRPr>
    </a:lvl6pPr>
    <a:lvl7pPr marL="2743200" algn="l" defTabSz="914400" rtl="0" eaLnBrk="1" latinLnBrk="1" hangingPunct="1">
      <a:defRPr sz="1200" kern="1200">
        <a:solidFill>
          <a:schemeClr val="tx1"/>
        </a:solidFill>
        <a:latin typeface="+mj-lt"/>
        <a:ea typeface="+mj-ea"/>
        <a:cs typeface="+mj-cs"/>
      </a:defRPr>
    </a:lvl7pPr>
    <a:lvl8pPr marL="3200400" algn="l" defTabSz="914400" rtl="0" eaLnBrk="1" latinLnBrk="1" hangingPunct="1">
      <a:defRPr sz="1200" kern="1200">
        <a:solidFill>
          <a:schemeClr val="tx1"/>
        </a:solidFill>
        <a:latin typeface="+mj-lt"/>
        <a:ea typeface="+mj-ea"/>
        <a:cs typeface="+mj-cs"/>
      </a:defRPr>
    </a:lvl8pPr>
    <a:lvl9pPr marL="3657600" algn="l" defTabSz="914400" rtl="0" eaLnBrk="1" latinLnBrk="1" hangingPunct="1">
      <a:defRPr sz="1200" kern="1200">
        <a:solidFill>
          <a:schemeClr val="tx1"/>
        </a:solidFill>
        <a:latin typeface="+mj-lt"/>
        <a:ea typeface="+mj-ea"/>
        <a:cs typeface="+mj-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PhAnim="1" matchingName="제목 슬라이드"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idx="0"/>
          </p:nvPr>
        </p:nvSpPr>
        <p:spPr>
          <a:xfrm>
            <a:off x="785811" y="7545255"/>
            <a:ext cx="8905874" cy="5206338"/>
          </a:xfrm>
        </p:spPr>
        <p:txBody>
          <a:bodyPr/>
          <a:lstStyle/>
          <a:p>
            <a:pPr lvl="0">
              <a:defRPr/>
            </a:pPr>
            <a:r>
              <a:rPr lang="ko-KR" altLang="en-US"/>
              <a:t>마스터 제목 스타일 편집</a:t>
            </a:r>
            <a:endParaRPr lang="ko-KR" altLang="en-US"/>
          </a:p>
        </p:txBody>
      </p:sp>
      <p:sp>
        <p:nvSpPr>
          <p:cNvPr id="3" name="부제목 2"/>
          <p:cNvSpPr>
            <a:spLocks noGrp="1"/>
          </p:cNvSpPr>
          <p:nvPr>
            <p:ph type="subTitle" idx="1"/>
          </p:nvPr>
        </p:nvSpPr>
        <p:spPr>
          <a:xfrm>
            <a:off x="1571624" y="13763625"/>
            <a:ext cx="7334249" cy="6207124"/>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defRPr/>
            </a:pPr>
            <a:r>
              <a:rPr lang="ko-KR" altLang="en-US"/>
              <a:t>마스터 부제목 스타일 편집</a:t>
            </a:r>
            <a:endParaRPr lang="ko-KR" altLang="en-US"/>
          </a:p>
        </p:txBody>
      </p:sp>
      <p:sp>
        <p:nvSpPr>
          <p:cNvPr id="4" name="날짜 개체 틀 3"/>
          <p:cNvSpPr>
            <a:spLocks noGrp="1"/>
          </p:cNvSpPr>
          <p:nvPr>
            <p:ph type="dt" sz="half" idx="10"/>
          </p:nvPr>
        </p:nvSpPr>
        <p:spPr/>
        <p:txBody>
          <a:bodyPr/>
          <a:lstStyle/>
          <a:p>
            <a:pPr lvl="0">
              <a:defRPr/>
            </a:pPr>
            <a:fld id="{940A130E-E3B8-4EBE-931F-81B26B8448AA}" type="datetime1">
              <a:rPr lang="ko-KR" altLang="en-US"/>
              <a:pPr lvl="0">
                <a:defRPr/>
              </a:pPr>
              <a:t>2021-05-04</a:t>
            </a:fld>
            <a:endParaRPr lang="ko-KR" altLang="en-US"/>
          </a:p>
        </p:txBody>
      </p:sp>
      <p:sp>
        <p:nvSpPr>
          <p:cNvPr id="5" name="바닥글 개체 틀 4"/>
          <p:cNvSpPr>
            <a:spLocks noGrp="1"/>
          </p:cNvSpPr>
          <p:nvPr>
            <p:ph type="ftr" sz="quarter" idx="11"/>
          </p:nvPr>
        </p:nvSpPr>
        <p:spPr/>
        <p:txBody>
          <a:bodyPr/>
          <a:lstStyle/>
          <a:p>
            <a:pPr lvl="0">
              <a:defRPr/>
            </a:pPr>
            <a:r>
              <a:rPr lang="ko-KR" altLang="en-US"/>
              <a:t/>
            </a:r>
            <a:endParaRPr lang="ko-KR" altLang="en-US"/>
          </a:p>
        </p:txBody>
      </p:sp>
      <p:sp>
        <p:nvSpPr>
          <p:cNvPr id="6" name="슬라이드 번호 개체 틀 5"/>
          <p:cNvSpPr>
            <a:spLocks noGrp="1"/>
          </p:cNvSpPr>
          <p:nvPr>
            <p:ph type="sldNum" sz="quarter" idx="12"/>
          </p:nvPr>
        </p:nvSpPr>
        <p:spPr/>
        <p:txBody>
          <a:bodyPr/>
          <a:lstStyle/>
          <a:p>
            <a:pPr lvl="0">
              <a:defRPr/>
            </a:pPr>
            <a:fld id="{800C6A38-4290-41DD-B95C-4155372FD4AF}" type="slidenum">
              <a:rPr lang="ko-KR" altLang="en-US"/>
              <a:pPr lvl="0">
                <a:defRPr/>
              </a:pPr>
              <a:t>‹#›</a:t>
            </a:fld>
            <a:endParaRPr lang="ko-KR" altLang="en-US"/>
          </a:p>
        </p:txBody>
      </p:sp>
    </p:spTree>
  </p:cSld>
  <p:clrMapOvr>
    <a:masterClrMapping/>
  </p:clrMapOvr>
  <p:transition xmlns:mc="http://schemas.openxmlformats.org/markup-compatibility/2006" xmlns:hp="http://schemas.haansoft.com/office/presentation/8.0" mc:Ignorable="hp" hp:hslDur="500"/>
</p:sldLayout>
</file>

<file path=ppt/slideLayouts/slideLayout2.xml><?xml version="1.0" encoding="utf-8"?>
<p:sldLayou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PhAnim="1" matchingName="제목 및 내용"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idx="0"/>
          </p:nvPr>
        </p:nvSpPr>
        <p:spPr/>
        <p:txBody>
          <a:bodyPr/>
          <a:lstStyle/>
          <a:p>
            <a:pPr lvl="0">
              <a:defRPr/>
            </a:pPr>
            <a:r>
              <a:rPr lang="ko-KR" altLang="en-US"/>
              <a:t>마스터 제목 스타일 편집</a:t>
            </a:r>
            <a:endParaRPr lang="ko-KR" altLang="en-US"/>
          </a:p>
        </p:txBody>
      </p:sp>
      <p:sp>
        <p:nvSpPr>
          <p:cNvPr id="3" name="내용 개체 틀 2"/>
          <p:cNvSpPr>
            <a:spLocks noGrp="1"/>
          </p:cNvSpPr>
          <p:nvPr>
            <p:ph idx="1"/>
          </p:nvPr>
        </p:nvSpPr>
        <p:spPr/>
        <p:txBody>
          <a:bodyPr/>
          <a:lstStyle/>
          <a:p>
            <a:pPr lvl="0">
              <a:defRPr/>
            </a:pPr>
            <a:r>
              <a:rPr lang="ko-KR" altLang="en-US"/>
              <a:t>마스터 텍스트 스타일을 편집합니다</a:t>
            </a:r>
            <a:endParaRPr lang="ko-KR" altLang="en-US"/>
          </a:p>
          <a:p>
            <a:pPr lvl="1">
              <a:defRPr/>
            </a:pPr>
            <a:r>
              <a:rPr lang="ko-KR" altLang="en-US"/>
              <a:t>둘째 수준</a:t>
            </a:r>
            <a:endParaRPr lang="ko-KR" altLang="en-US"/>
          </a:p>
          <a:p>
            <a:pPr lvl="2">
              <a:defRPr/>
            </a:pPr>
            <a:r>
              <a:rPr lang="ko-KR" altLang="en-US"/>
              <a:t>셋째 수준</a:t>
            </a:r>
            <a:endParaRPr lang="ko-KR" altLang="en-US"/>
          </a:p>
          <a:p>
            <a:pPr lvl="3">
              <a:defRPr/>
            </a:pPr>
            <a:r>
              <a:rPr lang="ko-KR" altLang="en-US"/>
              <a:t>넷째 수준</a:t>
            </a:r>
            <a:endParaRPr lang="ko-KR" altLang="en-US"/>
          </a:p>
          <a:p>
            <a:pPr lvl="4">
              <a:defRPr/>
            </a:pPr>
            <a:r>
              <a:rPr lang="ko-KR" altLang="en-US"/>
              <a:t>다섯째 수준</a:t>
            </a:r>
            <a:endParaRPr lang="ko-KR" altLang="en-US"/>
          </a:p>
        </p:txBody>
      </p:sp>
      <p:sp>
        <p:nvSpPr>
          <p:cNvPr id="4" name="날짜 개체 틀 3"/>
          <p:cNvSpPr>
            <a:spLocks noGrp="1"/>
          </p:cNvSpPr>
          <p:nvPr>
            <p:ph type="dt" sz="half" idx="10"/>
          </p:nvPr>
        </p:nvSpPr>
        <p:spPr/>
        <p:txBody>
          <a:bodyPr/>
          <a:lstStyle/>
          <a:p>
            <a:pPr lvl="0">
              <a:defRPr/>
            </a:pPr>
            <a:fld id="{4953836A-82A3-4C8B-9D31-CD724F3673ED}" type="datetime1">
              <a:rPr lang="ko-KR" altLang="en-US"/>
              <a:pPr lvl="0">
                <a:defRPr/>
              </a:pPr>
              <a:t>2021-05-04</a:t>
            </a:fld>
            <a:endParaRPr lang="ko-KR" altLang="en-US"/>
          </a:p>
        </p:txBody>
      </p:sp>
      <p:sp>
        <p:nvSpPr>
          <p:cNvPr id="5" name="바닥글 개체 틀 4"/>
          <p:cNvSpPr>
            <a:spLocks noGrp="1"/>
          </p:cNvSpPr>
          <p:nvPr>
            <p:ph type="ftr" sz="quarter" idx="11"/>
          </p:nvPr>
        </p:nvSpPr>
        <p:spPr/>
        <p:txBody>
          <a:bodyPr/>
          <a:lstStyle/>
          <a:p>
            <a:pPr lvl="0">
              <a:defRPr/>
            </a:pPr>
            <a:r>
              <a:rPr lang="ko-KR" altLang="en-US"/>
              <a:t/>
            </a:r>
            <a:endParaRPr lang="ko-KR" altLang="en-US"/>
          </a:p>
        </p:txBody>
      </p:sp>
      <p:sp>
        <p:nvSpPr>
          <p:cNvPr id="6" name="슬라이드 번호 개체 틀 5"/>
          <p:cNvSpPr>
            <a:spLocks noGrp="1"/>
          </p:cNvSpPr>
          <p:nvPr>
            <p:ph type="sldNum" sz="quarter" idx="12"/>
          </p:nvPr>
        </p:nvSpPr>
        <p:spPr/>
        <p:txBody>
          <a:bodyPr/>
          <a:lstStyle/>
          <a:p>
            <a:pPr lvl="0">
              <a:defRPr/>
            </a:pPr>
            <a:fld id="{AD22CD3B-FDDF-4998-970C-76E6E0BEC65F}" type="slidenum">
              <a:rPr lang="ko-KR" altLang="en-US"/>
              <a:pPr lvl="0">
                <a:defRPr/>
              </a:pPr>
              <a:t>‹#›</a:t>
            </a:fld>
            <a:endParaRPr lang="ko-KR" altLang="en-US"/>
          </a:p>
        </p:txBody>
      </p:sp>
    </p:spTree>
  </p:cSld>
  <p:clrMapOvr>
    <a:masterClrMapping/>
  </p:clrMapOvr>
  <p:transition xmlns:mc="http://schemas.openxmlformats.org/markup-compatibility/2006" xmlns:hp="http://schemas.haansoft.com/office/presentation/8.0" mc:Ignorable="hp" hp:hslDur="500"/>
</p:sldLayout>
</file>

<file path=ppt/slideLayouts/slideLayout3.xml><?xml version="1.0" encoding="utf-8"?>
<p:sldLayou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PhAnim="1" matchingName="빈 화면" type="blank" preserve="1">
  <p:cSld name="빈 화면">
    <p:spTree>
      <p:nvGrpSpPr>
        <p:cNvPr id="1" name=""/>
        <p:cNvGrpSpPr/>
        <p:nvPr/>
      </p:nvGrpSpPr>
      <p:grpSpPr>
        <a:xfrm>
          <a:off x="0" y="0"/>
          <a:ext cx="0" cy="0"/>
          <a:chOff x="0" y="0"/>
          <a:chExt cx="0" cy="0"/>
        </a:xfrm>
      </p:grpSpPr>
      <p:sp>
        <p:nvSpPr>
          <p:cNvPr id="2" name="날짜 개체 틀 3"/>
          <p:cNvSpPr>
            <a:spLocks noGrp="1"/>
          </p:cNvSpPr>
          <p:nvPr>
            <p:ph type="dt" sz="half" idx="10"/>
          </p:nvPr>
        </p:nvSpPr>
        <p:spPr/>
        <p:txBody>
          <a:bodyPr/>
          <a:lstStyle/>
          <a:p>
            <a:pPr lvl="0">
              <a:defRPr/>
            </a:pPr>
            <a:fld id="{AD2EBAF6-36D0-4DD8-B695-D4C1B37E35D6}" type="datetime1">
              <a:rPr lang="ko-KR" altLang="en-US"/>
              <a:pPr lvl="0">
                <a:defRPr/>
              </a:pPr>
              <a:t>2021-05-04</a:t>
            </a:fld>
            <a:endParaRPr lang="ko-KR" altLang="en-US"/>
          </a:p>
        </p:txBody>
      </p:sp>
      <p:sp>
        <p:nvSpPr>
          <p:cNvPr id="3" name="바닥글 개체 틀 4"/>
          <p:cNvSpPr>
            <a:spLocks noGrp="1"/>
          </p:cNvSpPr>
          <p:nvPr>
            <p:ph type="ftr" sz="quarter" idx="11"/>
          </p:nvPr>
        </p:nvSpPr>
        <p:spPr/>
        <p:txBody>
          <a:bodyPr/>
          <a:lstStyle/>
          <a:p>
            <a:pPr lvl="0">
              <a:defRPr/>
            </a:pPr>
            <a:r>
              <a:rPr lang="ko-KR" altLang="en-US"/>
              <a:t/>
            </a:r>
            <a:endParaRPr lang="ko-KR" altLang="en-US"/>
          </a:p>
        </p:txBody>
      </p:sp>
      <p:sp>
        <p:nvSpPr>
          <p:cNvPr id="4" name="슬라이드 번호 개체 틀 5"/>
          <p:cNvSpPr>
            <a:spLocks noGrp="1"/>
          </p:cNvSpPr>
          <p:nvPr>
            <p:ph type="sldNum" sz="quarter" idx="12"/>
          </p:nvPr>
        </p:nvSpPr>
        <p:spPr/>
        <p:txBody>
          <a:bodyPr/>
          <a:lstStyle/>
          <a:p>
            <a:pPr lvl="0">
              <a:defRPr/>
            </a:pPr>
            <a:fld id="{AD22CD3B-FDDF-4998-970C-76E6E0BEC65F}" type="slidenum">
              <a:rPr lang="ko-KR" altLang="en-US"/>
              <a:pPr lvl="0">
                <a:defRPr/>
              </a:pPr>
              <a:t>‹#›</a:t>
            </a:fld>
            <a:endParaRPr lang="ko-KR" altLang="en-US"/>
          </a:p>
        </p:txBody>
      </p:sp>
    </p:spTree>
  </p:cSld>
  <p:clrMapOvr>
    <a:masterClrMapping/>
  </p:clrMapOvr>
  <p:transition xmlns:mc="http://schemas.openxmlformats.org/markup-compatibility/2006" xmlns:hp="http://schemas.haansoft.com/office/presentation/8.0" mc:Ignorable="hp" hp:hslDur="500"/>
</p:sldLayout>
</file>

<file path=ppt/slideLayouts/slideLayout4.xml><?xml version="1.0" encoding="utf-8"?>
<p:sldLayou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PhAnim="1" matchingName="구역 머리글"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idx="0"/>
          </p:nvPr>
        </p:nvSpPr>
        <p:spPr>
          <a:xfrm>
            <a:off x="827649" y="15607771"/>
            <a:ext cx="8905874" cy="4824016"/>
          </a:xfrm>
        </p:spPr>
        <p:txBody>
          <a:bodyPr anchor="t"/>
          <a:lstStyle>
            <a:lvl1pPr algn="l">
              <a:defRPr sz="4000" b="1" cap="all"/>
            </a:lvl1pPr>
          </a:lstStyle>
          <a:p>
            <a:pPr lvl="0">
              <a:defRPr/>
            </a:pPr>
            <a:r>
              <a:rPr lang="ko-KR" altLang="en-US"/>
              <a:t>마스터 제목 스타일 편집</a:t>
            </a:r>
            <a:endParaRPr lang="ko-KR" altLang="en-US"/>
          </a:p>
        </p:txBody>
      </p:sp>
      <p:sp>
        <p:nvSpPr>
          <p:cNvPr id="3" name="텍스트 개체 틀 2"/>
          <p:cNvSpPr>
            <a:spLocks noGrp="1"/>
          </p:cNvSpPr>
          <p:nvPr>
            <p:ph type="body" idx="1"/>
          </p:nvPr>
        </p:nvSpPr>
        <p:spPr>
          <a:xfrm>
            <a:off x="827649" y="10294609"/>
            <a:ext cx="8905874" cy="5313162"/>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ko-KR" altLang="en-US"/>
              <a:t>마스터 텍스트 스타일을 편집합니다</a:t>
            </a:r>
            <a:endParaRPr lang="ko-KR" altLang="en-US"/>
          </a:p>
        </p:txBody>
      </p:sp>
      <p:sp>
        <p:nvSpPr>
          <p:cNvPr id="4" name="날짜 개체 틀 3"/>
          <p:cNvSpPr>
            <a:spLocks noGrp="1"/>
          </p:cNvSpPr>
          <p:nvPr>
            <p:ph type="dt" sz="half" idx="10"/>
          </p:nvPr>
        </p:nvSpPr>
        <p:spPr/>
        <p:txBody>
          <a:bodyPr/>
          <a:lstStyle/>
          <a:p>
            <a:pPr lvl="0">
              <a:defRPr/>
            </a:pPr>
            <a:fld id="{60728D28-603B-4EFC-80F8-17E5E9107035}" type="datetime1">
              <a:rPr lang="ko-KR" altLang="en-US"/>
              <a:pPr lvl="0">
                <a:defRPr/>
              </a:pPr>
              <a:t>2021-05-04</a:t>
            </a:fld>
            <a:endParaRPr lang="ko-KR" altLang="en-US"/>
          </a:p>
        </p:txBody>
      </p:sp>
      <p:sp>
        <p:nvSpPr>
          <p:cNvPr id="5" name="바닥글 개체 틀 4"/>
          <p:cNvSpPr>
            <a:spLocks noGrp="1"/>
          </p:cNvSpPr>
          <p:nvPr>
            <p:ph type="ftr" sz="quarter" idx="11"/>
          </p:nvPr>
        </p:nvSpPr>
        <p:spPr/>
        <p:txBody>
          <a:bodyPr/>
          <a:lstStyle/>
          <a:p>
            <a:pPr lvl="0">
              <a:defRPr/>
            </a:pPr>
            <a:r>
              <a:rPr lang="ko-KR" altLang="en-US"/>
              <a:t/>
            </a:r>
            <a:endParaRPr lang="ko-KR" altLang="en-US"/>
          </a:p>
        </p:txBody>
      </p:sp>
      <p:sp>
        <p:nvSpPr>
          <p:cNvPr id="6" name="슬라이드 번호 개체 틀 5"/>
          <p:cNvSpPr>
            <a:spLocks noGrp="1"/>
          </p:cNvSpPr>
          <p:nvPr>
            <p:ph type="sldNum" sz="quarter" idx="12"/>
          </p:nvPr>
        </p:nvSpPr>
        <p:spPr/>
        <p:txBody>
          <a:bodyPr/>
          <a:lstStyle/>
          <a:p>
            <a:pPr lvl="0">
              <a:defRPr/>
            </a:pPr>
            <a:fld id="{AD22CD3B-FDDF-4998-970C-76E6E0BEC65F}" type="slidenum">
              <a:rPr lang="ko-KR" altLang="en-US"/>
              <a:pPr lvl="0">
                <a:defRPr/>
              </a:pPr>
              <a:t>‹#›</a:t>
            </a:fld>
            <a:endParaRPr lang="ko-KR" altLang="en-US"/>
          </a:p>
        </p:txBody>
      </p:sp>
    </p:spTree>
  </p:cSld>
  <p:clrMapOvr>
    <a:masterClrMapping/>
  </p:clrMapOvr>
  <p:transition xmlns:mc="http://schemas.openxmlformats.org/markup-compatibility/2006" xmlns:hp="http://schemas.haansoft.com/office/presentation/8.0" mc:Ignorable="hp" hp:hslDur="500"/>
</p:sldLayout>
</file>

<file path=ppt/slideLayouts/slideLayout5.xml><?xml version="1.0" encoding="utf-8"?>
<p:sldLayou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PhAnim="1" matchingName="내용 2개" type="twoObj" preserve="1">
  <p:cSld name="내용 2개">
    <p:spTree>
      <p:nvGrpSpPr>
        <p:cNvPr id="1" name=""/>
        <p:cNvGrpSpPr/>
        <p:nvPr/>
      </p:nvGrpSpPr>
      <p:grpSpPr>
        <a:xfrm>
          <a:off x="0" y="0"/>
          <a:ext cx="0" cy="0"/>
          <a:chOff x="0" y="0"/>
          <a:chExt cx="0" cy="0"/>
        </a:xfrm>
      </p:grpSpPr>
      <p:sp>
        <p:nvSpPr>
          <p:cNvPr id="2" name="제목 1"/>
          <p:cNvSpPr>
            <a:spLocks noGrp="1"/>
          </p:cNvSpPr>
          <p:nvPr>
            <p:ph type="title" idx="0"/>
          </p:nvPr>
        </p:nvSpPr>
        <p:spPr/>
        <p:txBody>
          <a:bodyPr/>
          <a:lstStyle/>
          <a:p>
            <a:pPr lvl="0">
              <a:defRPr/>
            </a:pPr>
            <a:r>
              <a:rPr lang="ko-KR" altLang="en-US"/>
              <a:t>마스터 제목 스타일 편집</a:t>
            </a:r>
            <a:endParaRPr lang="ko-KR" altLang="en-US"/>
          </a:p>
        </p:txBody>
      </p:sp>
      <p:sp>
        <p:nvSpPr>
          <p:cNvPr id="3" name="내용 개체 틀 2"/>
          <p:cNvSpPr>
            <a:spLocks noGrp="1"/>
          </p:cNvSpPr>
          <p:nvPr>
            <p:ph sz="half" idx="1"/>
          </p:nvPr>
        </p:nvSpPr>
        <p:spPr>
          <a:xfrm>
            <a:off x="523874" y="5667375"/>
            <a:ext cx="4627562" cy="1602945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2800"/>
            </a:lvl9pPr>
          </a:lstStyle>
          <a:p>
            <a:pPr lvl="0">
              <a:defRPr/>
            </a:pPr>
            <a:r>
              <a:rPr lang="ko-KR" altLang="en-US"/>
              <a:t>마스터 텍스트 스타일을 편집합니다</a:t>
            </a:r>
            <a:endParaRPr lang="ko-KR" altLang="en-US"/>
          </a:p>
          <a:p>
            <a:pPr lvl="1">
              <a:defRPr/>
            </a:pPr>
            <a:r>
              <a:rPr lang="ko-KR" altLang="en-US"/>
              <a:t>둘째 수준</a:t>
            </a:r>
            <a:endParaRPr lang="ko-KR" altLang="en-US"/>
          </a:p>
          <a:p>
            <a:pPr lvl="2">
              <a:defRPr/>
            </a:pPr>
            <a:r>
              <a:rPr lang="ko-KR" altLang="en-US"/>
              <a:t>셋째 수준</a:t>
            </a:r>
            <a:endParaRPr lang="ko-KR" altLang="en-US"/>
          </a:p>
          <a:p>
            <a:pPr lvl="3">
              <a:defRPr/>
            </a:pPr>
            <a:r>
              <a:rPr lang="ko-KR" altLang="en-US"/>
              <a:t>넷째 수준</a:t>
            </a:r>
            <a:endParaRPr lang="ko-KR" altLang="en-US"/>
          </a:p>
          <a:p>
            <a:pPr lvl="4">
              <a:defRPr/>
            </a:pPr>
            <a:r>
              <a:rPr lang="ko-KR" altLang="en-US"/>
              <a:t>다섯째 수준</a:t>
            </a:r>
            <a:endParaRPr lang="ko-KR" altLang="en-US"/>
          </a:p>
        </p:txBody>
      </p:sp>
      <p:sp>
        <p:nvSpPr>
          <p:cNvPr id="4" name="내용 개체 틀 3"/>
          <p:cNvSpPr>
            <a:spLocks noGrp="1"/>
          </p:cNvSpPr>
          <p:nvPr>
            <p:ph sz="half" idx="2"/>
          </p:nvPr>
        </p:nvSpPr>
        <p:spPr>
          <a:xfrm>
            <a:off x="5326062" y="5667375"/>
            <a:ext cx="4627562" cy="1602945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2800"/>
            </a:lvl9pPr>
          </a:lstStyle>
          <a:p>
            <a:pPr lvl="0">
              <a:defRPr/>
            </a:pPr>
            <a:r>
              <a:rPr lang="ko-KR" altLang="en-US"/>
              <a:t>마스터 텍스트 스타일을 편집합니다</a:t>
            </a:r>
            <a:endParaRPr lang="ko-KR" altLang="en-US"/>
          </a:p>
          <a:p>
            <a:pPr lvl="1">
              <a:defRPr/>
            </a:pPr>
            <a:r>
              <a:rPr lang="ko-KR" altLang="en-US"/>
              <a:t>둘째 수준</a:t>
            </a:r>
            <a:endParaRPr lang="ko-KR" altLang="en-US"/>
          </a:p>
          <a:p>
            <a:pPr lvl="2">
              <a:defRPr/>
            </a:pPr>
            <a:r>
              <a:rPr lang="ko-KR" altLang="en-US"/>
              <a:t>셋째 수준</a:t>
            </a:r>
            <a:endParaRPr lang="ko-KR" altLang="en-US"/>
          </a:p>
          <a:p>
            <a:pPr lvl="3">
              <a:defRPr/>
            </a:pPr>
            <a:r>
              <a:rPr lang="ko-KR" altLang="en-US"/>
              <a:t>넷째 수준</a:t>
            </a:r>
            <a:endParaRPr lang="ko-KR" altLang="en-US"/>
          </a:p>
          <a:p>
            <a:pPr lvl="4">
              <a:defRPr/>
            </a:pPr>
            <a:r>
              <a:rPr lang="ko-KR" altLang="en-US"/>
              <a:t>다섯째 수준</a:t>
            </a:r>
            <a:endParaRPr lang="ko-KR" altLang="en-US"/>
          </a:p>
        </p:txBody>
      </p:sp>
      <p:sp>
        <p:nvSpPr>
          <p:cNvPr id="5" name="날짜 개체 틀 3"/>
          <p:cNvSpPr>
            <a:spLocks noGrp="1"/>
          </p:cNvSpPr>
          <p:nvPr>
            <p:ph type="dt" sz="half" idx="10"/>
          </p:nvPr>
        </p:nvSpPr>
        <p:spPr/>
        <p:txBody>
          <a:bodyPr/>
          <a:lstStyle/>
          <a:p>
            <a:pPr lvl="0">
              <a:defRPr/>
            </a:pPr>
            <a:fld id="{A27A1F4E-0809-4239-8034-C38E431DAF92}" type="datetime1">
              <a:rPr lang="ko-KR" altLang="en-US"/>
              <a:pPr lvl="0">
                <a:defRPr/>
              </a:pPr>
              <a:t>2021-05-04</a:t>
            </a:fld>
            <a:endParaRPr lang="ko-KR" altLang="en-US"/>
          </a:p>
        </p:txBody>
      </p:sp>
      <p:sp>
        <p:nvSpPr>
          <p:cNvPr id="6" name="바닥글 개체 틀 4"/>
          <p:cNvSpPr>
            <a:spLocks noGrp="1"/>
          </p:cNvSpPr>
          <p:nvPr>
            <p:ph type="ftr" sz="quarter" idx="11"/>
          </p:nvPr>
        </p:nvSpPr>
        <p:spPr/>
        <p:txBody>
          <a:bodyPr/>
          <a:lstStyle/>
          <a:p>
            <a:pPr lvl="0">
              <a:defRPr/>
            </a:pPr>
            <a:r>
              <a:rPr lang="ko-KR" altLang="en-US"/>
              <a:t/>
            </a:r>
            <a:endParaRPr lang="ko-KR" altLang="en-US"/>
          </a:p>
        </p:txBody>
      </p:sp>
      <p:sp>
        <p:nvSpPr>
          <p:cNvPr id="7" name="슬라이드 번호 개체 틀 5"/>
          <p:cNvSpPr>
            <a:spLocks noGrp="1"/>
          </p:cNvSpPr>
          <p:nvPr>
            <p:ph type="sldNum" sz="quarter" idx="12"/>
          </p:nvPr>
        </p:nvSpPr>
        <p:spPr/>
        <p:txBody>
          <a:bodyPr/>
          <a:lstStyle/>
          <a:p>
            <a:pPr lvl="0">
              <a:defRPr/>
            </a:pPr>
            <a:fld id="{AD22CD3B-FDDF-4998-970C-76E6E0BEC65F}" type="slidenum">
              <a:rPr lang="ko-KR" altLang="en-US"/>
              <a:pPr lvl="0">
                <a:defRPr/>
              </a:pPr>
              <a:t>‹#›</a:t>
            </a:fld>
            <a:endParaRPr lang="ko-KR" altLang="en-US"/>
          </a:p>
        </p:txBody>
      </p:sp>
    </p:spTree>
  </p:cSld>
  <p:clrMapOvr>
    <a:masterClrMapping/>
  </p:clrMapOvr>
  <p:transition xmlns:mc="http://schemas.openxmlformats.org/markup-compatibility/2006" xmlns:hp="http://schemas.haansoft.com/office/presentation/8.0" mc:Ignorable="hp" hp:hslDur="500"/>
</p:sldLayout>
</file>

<file path=ppt/slideLayouts/slideLayout6.xml><?xml version="1.0" encoding="utf-8"?>
<p:sldLayou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PhAnim="1" matchingName="제목만"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idx="0"/>
          </p:nvPr>
        </p:nvSpPr>
        <p:spPr/>
        <p:txBody>
          <a:bodyPr/>
          <a:lstStyle/>
          <a:p>
            <a:pPr lvl="0">
              <a:defRPr/>
            </a:pPr>
            <a:r>
              <a:rPr lang="ko-KR" altLang="en-US"/>
              <a:t>마스터 제목 스타일 편집</a:t>
            </a:r>
            <a:endParaRPr lang="ko-KR" altLang="en-US"/>
          </a:p>
        </p:txBody>
      </p:sp>
      <p:sp>
        <p:nvSpPr>
          <p:cNvPr id="3" name="날짜 개체 틀 3"/>
          <p:cNvSpPr>
            <a:spLocks noGrp="1"/>
          </p:cNvSpPr>
          <p:nvPr>
            <p:ph type="dt" sz="half" idx="10"/>
          </p:nvPr>
        </p:nvSpPr>
        <p:spPr/>
        <p:txBody>
          <a:bodyPr/>
          <a:lstStyle/>
          <a:p>
            <a:pPr lvl="0">
              <a:defRPr/>
            </a:pPr>
            <a:fld id="{5E0DA496-7307-4E8B-88DE-CB97B48BAB6F}" type="datetime1">
              <a:rPr lang="ko-KR" altLang="en-US"/>
              <a:pPr lvl="0">
                <a:defRPr/>
              </a:pPr>
              <a:t>2021-05-04</a:t>
            </a:fld>
            <a:endParaRPr lang="ko-KR" altLang="en-US"/>
          </a:p>
        </p:txBody>
      </p:sp>
      <p:sp>
        <p:nvSpPr>
          <p:cNvPr id="4" name="바닥글 개체 틀 4"/>
          <p:cNvSpPr>
            <a:spLocks noGrp="1"/>
          </p:cNvSpPr>
          <p:nvPr>
            <p:ph type="ftr" sz="quarter" idx="11"/>
          </p:nvPr>
        </p:nvSpPr>
        <p:spPr/>
        <p:txBody>
          <a:bodyPr/>
          <a:lstStyle/>
          <a:p>
            <a:pPr lvl="0">
              <a:defRPr/>
            </a:pPr>
            <a:r>
              <a:rPr lang="ko-KR" altLang="en-US"/>
              <a:t/>
            </a:r>
            <a:endParaRPr lang="ko-KR" altLang="en-US"/>
          </a:p>
        </p:txBody>
      </p:sp>
      <p:sp>
        <p:nvSpPr>
          <p:cNvPr id="5" name="슬라이드 번호 개체 틀 5"/>
          <p:cNvSpPr>
            <a:spLocks noGrp="1"/>
          </p:cNvSpPr>
          <p:nvPr>
            <p:ph type="sldNum" sz="quarter" idx="12"/>
          </p:nvPr>
        </p:nvSpPr>
        <p:spPr/>
        <p:txBody>
          <a:bodyPr/>
          <a:lstStyle/>
          <a:p>
            <a:pPr lvl="0">
              <a:defRPr/>
            </a:pPr>
            <a:fld id="{AD22CD3B-FDDF-4998-970C-76E6E0BEC65F}" type="slidenum">
              <a:rPr lang="ko-KR" altLang="en-US"/>
              <a:pPr lvl="0">
                <a:defRPr/>
              </a:pPr>
              <a:t>‹#›</a:t>
            </a:fld>
            <a:endParaRPr lang="ko-KR" altLang="en-US"/>
          </a:p>
        </p:txBody>
      </p:sp>
    </p:spTree>
  </p:cSld>
  <p:clrMapOvr>
    <a:masterClrMapping/>
  </p:clrMapOvr>
  <p:transition xmlns:mc="http://schemas.openxmlformats.org/markup-compatibility/2006" xmlns:hp="http://schemas.haansoft.com/office/presentation/8.0" mc:Ignorable="hp" hp:hslDur="500"/>
</p:sldLayout>
</file>

<file path=ppt/slideLayouts/slideLayout7.xml><?xml version="1.0" encoding="utf-8"?>
<p:sldLayou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PhAnim="1" matchingName="표" type="tbl" preserve="1">
  <p:cSld name="표">
    <p:spTree>
      <p:nvGrpSpPr>
        <p:cNvPr id="1" name=""/>
        <p:cNvGrpSpPr/>
        <p:nvPr/>
      </p:nvGrpSpPr>
      <p:grpSpPr>
        <a:xfrm>
          <a:off x="0" y="0"/>
          <a:ext cx="0" cy="0"/>
          <a:chOff x="0" y="0"/>
          <a:chExt cx="0" cy="0"/>
        </a:xfrm>
      </p:grpSpPr>
      <p:sp>
        <p:nvSpPr>
          <p:cNvPr id="2" name="제목 1"/>
          <p:cNvSpPr>
            <a:spLocks noGrp="1"/>
          </p:cNvSpPr>
          <p:nvPr>
            <p:ph type="title" idx="0"/>
          </p:nvPr>
        </p:nvSpPr>
        <p:spPr/>
        <p:txBody>
          <a:bodyPr/>
          <a:lstStyle/>
          <a:p>
            <a:pPr lvl="0">
              <a:defRPr/>
            </a:pPr>
            <a:r>
              <a:rPr lang="ko-KR" altLang="en-US"/>
              <a:t>마스터 제목 스타일 편집</a:t>
            </a:r>
            <a:endParaRPr lang="ko-KR" altLang="en-US"/>
          </a:p>
        </p:txBody>
      </p:sp>
      <p:sp>
        <p:nvSpPr>
          <p:cNvPr id="3" name="표 개체 틀 2"/>
          <p:cNvSpPr>
            <a:spLocks noGrp="1"/>
          </p:cNvSpPr>
          <p:nvPr>
            <p:ph type="tbl" sz="quarter" idx="13"/>
          </p:nvPr>
        </p:nvSpPr>
        <p:spPr>
          <a:xfrm>
            <a:off x="522531" y="5819182"/>
            <a:ext cx="9429749" cy="16026750"/>
          </a:xfrm>
        </p:spPr>
        <p:txBody>
          <a:bodyPr/>
          <a:lstStyle>
            <a:lvl1pPr>
              <a:buFontTx/>
              <a:buNone/>
              <a:defRPr/>
            </a:lvl1pPr>
          </a:lstStyle>
          <a:p>
            <a:pPr lvl="0">
              <a:defRPr/>
            </a:pPr>
            <a:r>
              <a:rPr lang="ko-KR" altLang="en-US"/>
              <a:t>표</a:t>
            </a:r>
            <a:endParaRPr lang="ko-KR" altLang="en-US"/>
          </a:p>
        </p:txBody>
      </p:sp>
      <p:sp>
        <p:nvSpPr>
          <p:cNvPr id="4" name="날짜 개체 틀 3"/>
          <p:cNvSpPr>
            <a:spLocks noGrp="1"/>
          </p:cNvSpPr>
          <p:nvPr>
            <p:ph type="dt" sz="half" idx="10"/>
          </p:nvPr>
        </p:nvSpPr>
        <p:spPr/>
        <p:txBody>
          <a:bodyPr/>
          <a:lstStyle/>
          <a:p>
            <a:pPr lvl="0">
              <a:defRPr/>
            </a:pPr>
            <a:fld id="{58721E90-850C-410B-8B89-8394F580CFDA}" type="datetime1">
              <a:rPr lang="ko-KR" altLang="en-US"/>
              <a:pPr lvl="0">
                <a:defRPr/>
              </a:pPr>
              <a:t>2021-05-04</a:t>
            </a:fld>
            <a:endParaRPr lang="ko-KR" altLang="en-US"/>
          </a:p>
        </p:txBody>
      </p:sp>
      <p:sp>
        <p:nvSpPr>
          <p:cNvPr id="5" name="바닥글 개체 틀 4"/>
          <p:cNvSpPr>
            <a:spLocks noGrp="1"/>
          </p:cNvSpPr>
          <p:nvPr>
            <p:ph type="ftr" sz="quarter" idx="11"/>
          </p:nvPr>
        </p:nvSpPr>
        <p:spPr/>
        <p:txBody>
          <a:bodyPr/>
          <a:lstStyle/>
          <a:p>
            <a:pPr lvl="0">
              <a:defRPr/>
            </a:pPr>
            <a:r>
              <a:rPr lang="ko-KR" altLang="en-US"/>
              <a:t/>
            </a:r>
            <a:endParaRPr lang="ko-KR" altLang="en-US"/>
          </a:p>
        </p:txBody>
      </p:sp>
      <p:sp>
        <p:nvSpPr>
          <p:cNvPr id="6" name="슬라이드 번호 개체 틀 5"/>
          <p:cNvSpPr>
            <a:spLocks noGrp="1"/>
          </p:cNvSpPr>
          <p:nvPr>
            <p:ph type="sldNum" sz="quarter" idx="12"/>
          </p:nvPr>
        </p:nvSpPr>
        <p:spPr/>
        <p:txBody>
          <a:bodyPr/>
          <a:lstStyle/>
          <a:p>
            <a:pPr lvl="0">
              <a:defRPr/>
            </a:pPr>
            <a:fld id="{AD22CD3B-FDDF-4998-970C-76E6E0BEC65F}" type="slidenum">
              <a:rPr lang="ko-KR" altLang="en-US"/>
              <a:pPr lvl="0">
                <a:defRPr/>
              </a:pPr>
              <a:t>‹#›</a:t>
            </a:fld>
            <a:endParaRPr lang="ko-KR" altLang="en-US"/>
          </a:p>
        </p:txBody>
      </p:sp>
    </p:spTree>
  </p:cSld>
  <p:clrMapOvr>
    <a:masterClrMapping/>
  </p:clrMapOvr>
  <p:transition xmlns:mc="http://schemas.openxmlformats.org/markup-compatibility/2006" xmlns:hp="http://schemas.haansoft.com/office/presentation/8.0" mc:Ignorable="hp" hp:hslDur="500"/>
</p:sldLayout>
</file>

<file path=ppt/slideLayouts/slideLayout8.xml><?xml version="1.0" encoding="utf-8"?>
<p:sldLayou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PhAnim="1" matchingName="내용 4개" type="fourObj" preserve="1">
  <p:cSld name="내용 4개">
    <p:spTree>
      <p:nvGrpSpPr>
        <p:cNvPr id="1" name=""/>
        <p:cNvGrpSpPr/>
        <p:nvPr/>
      </p:nvGrpSpPr>
      <p:grpSpPr>
        <a:xfrm>
          <a:off x="0" y="0"/>
          <a:ext cx="0" cy="0"/>
          <a:chOff x="0" y="0"/>
          <a:chExt cx="0" cy="0"/>
        </a:xfrm>
      </p:grpSpPr>
      <p:sp>
        <p:nvSpPr>
          <p:cNvPr id="2" name="제목 1"/>
          <p:cNvSpPr>
            <a:spLocks noGrp="1"/>
          </p:cNvSpPr>
          <p:nvPr>
            <p:ph type="title" idx="0"/>
          </p:nvPr>
        </p:nvSpPr>
        <p:spPr/>
        <p:txBody>
          <a:bodyPr/>
          <a:lstStyle/>
          <a:p>
            <a:pPr lvl="0">
              <a:defRPr/>
            </a:pPr>
            <a:r>
              <a:rPr lang="ko-KR" altLang="en-US"/>
              <a:t>마스터 제목 스타일 편집</a:t>
            </a:r>
            <a:endParaRPr lang="ko-KR" altLang="en-US"/>
          </a:p>
        </p:txBody>
      </p:sp>
      <p:sp>
        <p:nvSpPr>
          <p:cNvPr id="3" name="내용 개체 틀 2"/>
          <p:cNvSpPr>
            <a:spLocks noGrp="1"/>
          </p:cNvSpPr>
          <p:nvPr>
            <p:ph sz="quarter" idx="1"/>
          </p:nvPr>
        </p:nvSpPr>
        <p:spPr>
          <a:xfrm>
            <a:off x="523874" y="5667375"/>
            <a:ext cx="4627562" cy="77775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ko-KR" altLang="en-US"/>
              <a:t>마스터 텍스트 스타일을 편집합니다</a:t>
            </a:r>
            <a:endParaRPr lang="ko-KR" altLang="en-US"/>
          </a:p>
          <a:p>
            <a:pPr lvl="1">
              <a:defRPr/>
            </a:pPr>
            <a:r>
              <a:rPr lang="ko-KR" altLang="en-US"/>
              <a:t>둘째 수준</a:t>
            </a:r>
            <a:endParaRPr lang="ko-KR" altLang="en-US"/>
          </a:p>
          <a:p>
            <a:pPr lvl="2">
              <a:defRPr/>
            </a:pPr>
            <a:r>
              <a:rPr lang="ko-KR" altLang="en-US"/>
              <a:t>셋째 수준</a:t>
            </a:r>
            <a:endParaRPr lang="ko-KR" altLang="en-US"/>
          </a:p>
          <a:p>
            <a:pPr lvl="3">
              <a:defRPr/>
            </a:pPr>
            <a:r>
              <a:rPr lang="ko-KR" altLang="en-US"/>
              <a:t>넷째 수준</a:t>
            </a:r>
            <a:endParaRPr lang="ko-KR" altLang="en-US"/>
          </a:p>
          <a:p>
            <a:pPr lvl="4">
              <a:defRPr/>
            </a:pPr>
            <a:r>
              <a:rPr lang="ko-KR" altLang="en-US"/>
              <a:t>다섯째 수준</a:t>
            </a:r>
            <a:endParaRPr lang="ko-KR" altLang="en-US"/>
          </a:p>
        </p:txBody>
      </p:sp>
      <p:sp>
        <p:nvSpPr>
          <p:cNvPr id="4" name="내용 개체 틀 3"/>
          <p:cNvSpPr>
            <a:spLocks noGrp="1"/>
          </p:cNvSpPr>
          <p:nvPr>
            <p:ph sz="quarter" idx="2"/>
          </p:nvPr>
        </p:nvSpPr>
        <p:spPr>
          <a:xfrm>
            <a:off x="5326062" y="5667375"/>
            <a:ext cx="4627562" cy="77775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ko-KR" altLang="en-US"/>
              <a:t>마스터 텍스트 스타일을 편집합니다</a:t>
            </a:r>
            <a:endParaRPr lang="ko-KR" altLang="en-US"/>
          </a:p>
          <a:p>
            <a:pPr lvl="1">
              <a:defRPr/>
            </a:pPr>
            <a:r>
              <a:rPr lang="ko-KR" altLang="en-US"/>
              <a:t>둘째 수준</a:t>
            </a:r>
            <a:endParaRPr lang="ko-KR" altLang="en-US"/>
          </a:p>
          <a:p>
            <a:pPr lvl="2">
              <a:defRPr/>
            </a:pPr>
            <a:r>
              <a:rPr lang="ko-KR" altLang="en-US"/>
              <a:t>셋째 수준</a:t>
            </a:r>
            <a:endParaRPr lang="ko-KR" altLang="en-US"/>
          </a:p>
          <a:p>
            <a:pPr lvl="3">
              <a:defRPr/>
            </a:pPr>
            <a:r>
              <a:rPr lang="ko-KR" altLang="en-US"/>
              <a:t>넷째 수준</a:t>
            </a:r>
            <a:endParaRPr lang="ko-KR" altLang="en-US"/>
          </a:p>
          <a:p>
            <a:pPr lvl="4">
              <a:defRPr/>
            </a:pPr>
            <a:r>
              <a:rPr lang="ko-KR" altLang="en-US"/>
              <a:t>다섯째 수준</a:t>
            </a:r>
            <a:endParaRPr lang="ko-KR" altLang="en-US"/>
          </a:p>
        </p:txBody>
      </p:sp>
      <p:sp>
        <p:nvSpPr>
          <p:cNvPr id="5" name="내용 개체 틀 4"/>
          <p:cNvSpPr>
            <a:spLocks noGrp="1"/>
          </p:cNvSpPr>
          <p:nvPr>
            <p:ph sz="quarter" idx="3"/>
          </p:nvPr>
        </p:nvSpPr>
        <p:spPr>
          <a:xfrm>
            <a:off x="522531" y="14110780"/>
            <a:ext cx="4627562" cy="77775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ko-KR" altLang="en-US"/>
              <a:t>마스터 텍스트 스타일을 편집합니다</a:t>
            </a:r>
            <a:endParaRPr lang="ko-KR" altLang="en-US"/>
          </a:p>
          <a:p>
            <a:pPr lvl="1">
              <a:defRPr/>
            </a:pPr>
            <a:r>
              <a:rPr lang="ko-KR" altLang="en-US"/>
              <a:t>둘째 수준</a:t>
            </a:r>
            <a:endParaRPr lang="ko-KR" altLang="en-US"/>
          </a:p>
          <a:p>
            <a:pPr lvl="2">
              <a:defRPr/>
            </a:pPr>
            <a:r>
              <a:rPr lang="ko-KR" altLang="en-US"/>
              <a:t>셋째 수준</a:t>
            </a:r>
            <a:endParaRPr lang="ko-KR" altLang="en-US"/>
          </a:p>
          <a:p>
            <a:pPr lvl="3">
              <a:defRPr/>
            </a:pPr>
            <a:r>
              <a:rPr lang="ko-KR" altLang="en-US"/>
              <a:t>넷째 수준</a:t>
            </a:r>
            <a:endParaRPr lang="ko-KR" altLang="en-US"/>
          </a:p>
          <a:p>
            <a:pPr lvl="4">
              <a:defRPr/>
            </a:pPr>
            <a:r>
              <a:rPr lang="ko-KR" altLang="en-US"/>
              <a:t>다섯째 수준</a:t>
            </a:r>
            <a:endParaRPr lang="ko-KR" altLang="en-US"/>
          </a:p>
        </p:txBody>
      </p:sp>
      <p:sp>
        <p:nvSpPr>
          <p:cNvPr id="6" name="내용 개체 틀 5"/>
          <p:cNvSpPr>
            <a:spLocks noGrp="1"/>
          </p:cNvSpPr>
          <p:nvPr>
            <p:ph sz="quarter" idx="4"/>
          </p:nvPr>
        </p:nvSpPr>
        <p:spPr>
          <a:xfrm>
            <a:off x="5324718" y="14110780"/>
            <a:ext cx="4627562" cy="77775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ko-KR" altLang="en-US"/>
              <a:t>마스터 텍스트 스타일을 편집합니다</a:t>
            </a:r>
            <a:endParaRPr lang="ko-KR" altLang="en-US"/>
          </a:p>
          <a:p>
            <a:pPr lvl="1">
              <a:defRPr/>
            </a:pPr>
            <a:r>
              <a:rPr lang="ko-KR" altLang="en-US"/>
              <a:t>둘째 수준</a:t>
            </a:r>
            <a:endParaRPr lang="ko-KR" altLang="en-US"/>
          </a:p>
          <a:p>
            <a:pPr lvl="2">
              <a:defRPr/>
            </a:pPr>
            <a:r>
              <a:rPr lang="ko-KR" altLang="en-US"/>
              <a:t>셋째 수준</a:t>
            </a:r>
            <a:endParaRPr lang="ko-KR" altLang="en-US"/>
          </a:p>
          <a:p>
            <a:pPr lvl="3">
              <a:defRPr/>
            </a:pPr>
            <a:r>
              <a:rPr lang="ko-KR" altLang="en-US"/>
              <a:t>넷째 수준</a:t>
            </a:r>
            <a:endParaRPr lang="ko-KR" altLang="en-US"/>
          </a:p>
          <a:p>
            <a:pPr lvl="4">
              <a:defRPr/>
            </a:pPr>
            <a:r>
              <a:rPr lang="ko-KR" altLang="en-US"/>
              <a:t>다섯째 수준</a:t>
            </a:r>
            <a:endParaRPr lang="ko-KR" altLang="en-US"/>
          </a:p>
        </p:txBody>
      </p:sp>
      <p:sp>
        <p:nvSpPr>
          <p:cNvPr id="7" name="날짜 개체 틀 3"/>
          <p:cNvSpPr>
            <a:spLocks noGrp="1"/>
          </p:cNvSpPr>
          <p:nvPr>
            <p:ph type="dt" sz="half" idx="10"/>
          </p:nvPr>
        </p:nvSpPr>
        <p:spPr/>
        <p:txBody>
          <a:bodyPr/>
          <a:lstStyle/>
          <a:p>
            <a:pPr lvl="0">
              <a:defRPr/>
            </a:pPr>
            <a:fld id="{5ACE7E28-9336-4363-8674-B91477D8F243}" type="datetime1">
              <a:rPr lang="ko-KR" altLang="en-US"/>
              <a:pPr lvl="0">
                <a:defRPr/>
              </a:pPr>
              <a:t>2021-05-04</a:t>
            </a:fld>
            <a:endParaRPr lang="ko-KR" altLang="en-US"/>
          </a:p>
        </p:txBody>
      </p:sp>
      <p:sp>
        <p:nvSpPr>
          <p:cNvPr id="8" name="바닥글 개체 틀 4"/>
          <p:cNvSpPr>
            <a:spLocks noGrp="1"/>
          </p:cNvSpPr>
          <p:nvPr>
            <p:ph type="ftr" sz="quarter" idx="11"/>
          </p:nvPr>
        </p:nvSpPr>
        <p:spPr/>
        <p:txBody>
          <a:bodyPr/>
          <a:lstStyle/>
          <a:p>
            <a:pPr lvl="0">
              <a:defRPr/>
            </a:pPr>
            <a:r>
              <a:rPr lang="ko-KR" altLang="en-US"/>
              <a:t/>
            </a:r>
            <a:endParaRPr lang="ko-KR" altLang="en-US"/>
          </a:p>
        </p:txBody>
      </p:sp>
      <p:sp>
        <p:nvSpPr>
          <p:cNvPr id="9" name="슬라이드 번호 개체 틀 5"/>
          <p:cNvSpPr>
            <a:spLocks noGrp="1"/>
          </p:cNvSpPr>
          <p:nvPr>
            <p:ph type="sldNum" sz="quarter" idx="12"/>
          </p:nvPr>
        </p:nvSpPr>
        <p:spPr/>
        <p:txBody>
          <a:bodyPr/>
          <a:lstStyle/>
          <a:p>
            <a:pPr lvl="0">
              <a:defRPr/>
            </a:pPr>
            <a:fld id="{AD22CD3B-FDDF-4998-970C-76E6E0BEC65F}" type="slidenum">
              <a:rPr lang="ko-KR" altLang="en-US"/>
              <a:pPr lvl="0">
                <a:defRPr/>
              </a:pPr>
              <a:t>‹#›</a:t>
            </a:fld>
            <a:endParaRPr lang="ko-KR" altLang="en-US"/>
          </a:p>
        </p:txBody>
      </p:sp>
    </p:spTree>
  </p:cSld>
  <p:clrMapOvr>
    <a:masterClrMapping/>
  </p:clrMapOvr>
  <p:transition xmlns:mc="http://schemas.openxmlformats.org/markup-compatibility/2006" xmlns:hp="http://schemas.haansoft.com/office/presentation/8.0" mc:Ignorable="hp" hp:hslDur="500"/>
</p:sldLayout>
</file>

<file path=ppt/slideLayouts/slideLayout9.xml><?xml version="1.0" encoding="utf-8"?>
<p:sldLayou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PhAnim="1" matchingName="그림 및 설명" type="picTx" preserve="1">
  <p:cSld name="그림 및 설명">
    <p:spTree>
      <p:nvGrpSpPr>
        <p:cNvPr id="1" name=""/>
        <p:cNvGrpSpPr/>
        <p:nvPr/>
      </p:nvGrpSpPr>
      <p:grpSpPr>
        <a:xfrm>
          <a:off x="0" y="0"/>
          <a:ext cx="0" cy="0"/>
          <a:chOff x="0" y="0"/>
          <a:chExt cx="0" cy="0"/>
        </a:xfrm>
      </p:grpSpPr>
      <p:sp>
        <p:nvSpPr>
          <p:cNvPr id="2" name="제목 1"/>
          <p:cNvSpPr>
            <a:spLocks noGrp="1"/>
          </p:cNvSpPr>
          <p:nvPr>
            <p:ph type="title" idx="0"/>
          </p:nvPr>
        </p:nvSpPr>
        <p:spPr>
          <a:xfrm>
            <a:off x="2053662" y="17002124"/>
            <a:ext cx="6286499" cy="2007197"/>
          </a:xfrm>
        </p:spPr>
        <p:txBody>
          <a:bodyPr anchor="b"/>
          <a:lstStyle>
            <a:lvl1pPr algn="l">
              <a:defRPr sz="2000" b="1"/>
            </a:lvl1pPr>
          </a:lstStyle>
          <a:p>
            <a:pPr lvl="0">
              <a:defRPr/>
            </a:pPr>
            <a:r>
              <a:rPr lang="ko-KR" altLang="en-US"/>
              <a:t>마스터 제목 스타일 편집</a:t>
            </a:r>
            <a:endParaRPr lang="ko-KR" altLang="en-US"/>
          </a:p>
        </p:txBody>
      </p:sp>
      <p:sp>
        <p:nvSpPr>
          <p:cNvPr id="3" name="그림 개체 틀 2"/>
          <p:cNvSpPr>
            <a:spLocks noGrp="1"/>
          </p:cNvSpPr>
          <p:nvPr>
            <p:ph type="pic" idx="1"/>
          </p:nvPr>
        </p:nvSpPr>
        <p:spPr>
          <a:xfrm>
            <a:off x="2053662" y="2170244"/>
            <a:ext cx="6286499" cy="14573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defRPr/>
            </a:pPr>
            <a:r>
              <a:rPr lang="ko-KR" altLang="en-US"/>
              <a:t>그림</a:t>
            </a:r>
            <a:endParaRPr lang="ko-KR" altLang="en-US"/>
          </a:p>
        </p:txBody>
      </p:sp>
      <p:sp>
        <p:nvSpPr>
          <p:cNvPr id="4" name="텍스트 개체 틀 3"/>
          <p:cNvSpPr>
            <a:spLocks noGrp="1"/>
          </p:cNvSpPr>
          <p:nvPr>
            <p:ph type="body" sz="half" idx="2"/>
          </p:nvPr>
        </p:nvSpPr>
        <p:spPr>
          <a:xfrm>
            <a:off x="2053662" y="19009322"/>
            <a:ext cx="6286499" cy="285055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ko-KR" altLang="en-US"/>
              <a:t>마스터 텍스트 스타일을 편집합니다</a:t>
            </a:r>
            <a:endParaRPr lang="ko-KR" altLang="en-US"/>
          </a:p>
        </p:txBody>
      </p:sp>
      <p:sp>
        <p:nvSpPr>
          <p:cNvPr id="5" name="날짜 개체 틀 3"/>
          <p:cNvSpPr>
            <a:spLocks noGrp="1"/>
          </p:cNvSpPr>
          <p:nvPr>
            <p:ph type="dt" sz="half" idx="10"/>
          </p:nvPr>
        </p:nvSpPr>
        <p:spPr/>
        <p:txBody>
          <a:bodyPr/>
          <a:lstStyle/>
          <a:p>
            <a:pPr lvl="0">
              <a:defRPr/>
            </a:pPr>
            <a:fld id="{5ACE7E28-9336-4363-8674-B91477D8F243}" type="datetime1">
              <a:rPr lang="ko-KR" altLang="en-US"/>
              <a:pPr lvl="0">
                <a:defRPr/>
              </a:pPr>
              <a:t>2021-05-04</a:t>
            </a:fld>
            <a:endParaRPr lang="ko-KR" altLang="en-US"/>
          </a:p>
        </p:txBody>
      </p:sp>
      <p:sp>
        <p:nvSpPr>
          <p:cNvPr id="6" name="바닥글 개체 틀 4"/>
          <p:cNvSpPr>
            <a:spLocks noGrp="1"/>
          </p:cNvSpPr>
          <p:nvPr>
            <p:ph type="ftr" sz="quarter" idx="11"/>
          </p:nvPr>
        </p:nvSpPr>
        <p:spPr/>
        <p:txBody>
          <a:bodyPr/>
          <a:lstStyle/>
          <a:p>
            <a:pPr lvl="0">
              <a:defRPr/>
            </a:pPr>
            <a:r>
              <a:rPr lang="ko-KR" altLang="en-US"/>
              <a:t/>
            </a:r>
            <a:endParaRPr lang="ko-KR" altLang="en-US"/>
          </a:p>
        </p:txBody>
      </p:sp>
      <p:sp>
        <p:nvSpPr>
          <p:cNvPr id="7" name="슬라이드 번호 개체 틀 5"/>
          <p:cNvSpPr>
            <a:spLocks noGrp="1"/>
          </p:cNvSpPr>
          <p:nvPr>
            <p:ph type="sldNum" sz="quarter" idx="12"/>
          </p:nvPr>
        </p:nvSpPr>
        <p:spPr/>
        <p:txBody>
          <a:bodyPr/>
          <a:lstStyle/>
          <a:p>
            <a:pPr lvl="0">
              <a:defRPr/>
            </a:pPr>
            <a:fld id="{AD22CD3B-FDDF-4998-970C-76E6E0BEC65F}" type="slidenum">
              <a:rPr lang="ko-KR" altLang="en-US"/>
              <a:pPr lvl="0">
                <a:defRPr/>
              </a:pPr>
              <a:t>‹#›</a:t>
            </a:fld>
            <a:endParaRPr lang="ko-KR" altLang="en-US"/>
          </a:p>
        </p:txBody>
      </p:sp>
    </p:spTree>
  </p:cSld>
  <p:clrMapOvr>
    <a:masterClrMapping/>
  </p:clrMapOvr>
  <p:transition xmlns:mc="http://schemas.openxmlformats.org/markup-compatibility/2006" xmlns:hp="http://schemas.haansoft.com/office/presentation/8.0" mc:Ignorable="hp" hp:hslDur="500"/>
</p:sldLayout>
</file>

<file path=ppt/slideLayouts/slideLayout10.xml><?xml version="1.0" encoding="utf-8"?>
<p:sldLayou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PhAnim="1" matchingName="간지" type="objOnly" preserve="1">
  <p:cSld name="간지">
    <p:spTree>
      <p:nvGrpSpPr>
        <p:cNvPr id="1" name=""/>
        <p:cNvGrpSpPr/>
        <p:nvPr/>
      </p:nvGrpSpPr>
      <p:grpSpPr>
        <a:xfrm>
          <a:off x="0" y="0"/>
          <a:ext cx="0" cy="0"/>
          <a:chOff x="0" y="0"/>
          <a:chExt cx="0" cy="0"/>
        </a:xfrm>
      </p:grpSpPr>
      <p:sp>
        <p:nvSpPr>
          <p:cNvPr id="2" name="제목 1"/>
          <p:cNvSpPr>
            <a:spLocks noGrp="1"/>
          </p:cNvSpPr>
          <p:nvPr>
            <p:ph type="ctrTitle" idx="0"/>
          </p:nvPr>
        </p:nvSpPr>
        <p:spPr>
          <a:xfrm>
            <a:off x="0" y="7545255"/>
            <a:ext cx="10477500" cy="5206338"/>
          </a:xfrm>
        </p:spPr>
        <p:txBody>
          <a:bodyPr>
            <a:normAutofit/>
          </a:bodyPr>
          <a:lstStyle>
            <a:lvl1pPr>
              <a:defRPr sz="4400" b="1"/>
            </a:lvl1pPr>
          </a:lstStyle>
          <a:p>
            <a:pPr lvl="0">
              <a:defRPr/>
            </a:pPr>
            <a:r>
              <a:rPr lang="ko-KR" altLang="en-US"/>
              <a:t>마스터 제목 스타일 편집</a:t>
            </a:r>
            <a:endParaRPr lang="ko-KR" altLang="en-US"/>
          </a:p>
        </p:txBody>
      </p:sp>
      <p:sp>
        <p:nvSpPr>
          <p:cNvPr id="3" name="날짜 개체 틀 3"/>
          <p:cNvSpPr>
            <a:spLocks noGrp="1"/>
          </p:cNvSpPr>
          <p:nvPr>
            <p:ph type="dt" sz="half" idx="10"/>
          </p:nvPr>
        </p:nvSpPr>
        <p:spPr/>
        <p:txBody>
          <a:bodyPr/>
          <a:lstStyle/>
          <a:p>
            <a:pPr lvl="0">
              <a:defRPr/>
            </a:pPr>
            <a:fld id="{CA348888-F454-4AD2-BA62-3AF29D9807C0}" type="datetime1">
              <a:rPr lang="ko-KR" altLang="en-US"/>
              <a:pPr lvl="0">
                <a:defRPr/>
              </a:pPr>
              <a:t>2021-05-04</a:t>
            </a:fld>
            <a:endParaRPr lang="ko-KR" altLang="en-US"/>
          </a:p>
        </p:txBody>
      </p:sp>
      <p:sp>
        <p:nvSpPr>
          <p:cNvPr id="4" name="바닥글 개체 틀 4"/>
          <p:cNvSpPr>
            <a:spLocks noGrp="1"/>
          </p:cNvSpPr>
          <p:nvPr>
            <p:ph type="ftr" sz="quarter" idx="11"/>
          </p:nvPr>
        </p:nvSpPr>
        <p:spPr/>
        <p:txBody>
          <a:bodyPr/>
          <a:lstStyle/>
          <a:p>
            <a:pPr lvl="0">
              <a:defRPr/>
            </a:pPr>
            <a:r>
              <a:rPr lang="ko-KR" altLang="en-US"/>
              <a:t/>
            </a:r>
            <a:endParaRPr lang="ko-KR" altLang="en-US"/>
          </a:p>
        </p:txBody>
      </p:sp>
      <p:sp>
        <p:nvSpPr>
          <p:cNvPr id="5" name="슬라이드 번호 개체 틀 5"/>
          <p:cNvSpPr>
            <a:spLocks noGrp="1"/>
          </p:cNvSpPr>
          <p:nvPr>
            <p:ph type="sldNum" sz="quarter" idx="12"/>
          </p:nvPr>
        </p:nvSpPr>
        <p:spPr/>
        <p:txBody>
          <a:bodyPr/>
          <a:lstStyle/>
          <a:p>
            <a:pPr lvl="0">
              <a:defRPr/>
            </a:pPr>
            <a:fld id="{AD22CD3B-FDDF-4998-970C-76E6E0BEC65F}" type="slidenum">
              <a:rPr lang="ko-KR" altLang="en-US"/>
              <a:pPr lvl="0">
                <a:defRPr/>
              </a:pPr>
              <a:t>‹#›</a:t>
            </a:fld>
            <a:endParaRPr lang="ko-KR" altLang="en-US"/>
          </a:p>
        </p:txBody>
      </p:sp>
    </p:spTree>
  </p:cSld>
  <p:clrMapOvr>
    <a:masterClrMapping/>
  </p:clrMapOvr>
  <p:transition xmlns:mc="http://schemas.openxmlformats.org/markup-compatibility/2006" xmlns:hp="http://schemas.haansoft.com/office/presentation/8.0" mc:Ignorable="hp" hp:hslDur="500"/>
</p:sldLayout>
</file>

<file path=ppt/slideLayouts/slideLayout11.xml><?xml version="1.0" encoding="utf-8"?>
<p:sldLayou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PhAnim="1" matchingName="목차" type="clipArtAndTx" preserve="1">
  <p:cSld name="목차">
    <p:spTree>
      <p:nvGrpSpPr>
        <p:cNvPr id="1" name=""/>
        <p:cNvGrpSpPr/>
        <p:nvPr/>
      </p:nvGrpSpPr>
      <p:grpSpPr>
        <a:xfrm>
          <a:off x="0" y="0"/>
          <a:ext cx="0" cy="0"/>
          <a:chOff x="0" y="0"/>
          <a:chExt cx="0" cy="0"/>
        </a:xfrm>
      </p:grpSpPr>
      <p:sp>
        <p:nvSpPr>
          <p:cNvPr id="2" name="제목 1"/>
          <p:cNvSpPr>
            <a:spLocks noGrp="1"/>
          </p:cNvSpPr>
          <p:nvPr>
            <p:ph type="title" idx="0"/>
          </p:nvPr>
        </p:nvSpPr>
        <p:spPr>
          <a:xfrm>
            <a:off x="523874" y="972676"/>
            <a:ext cx="9429749" cy="4048125"/>
          </a:xfrm>
        </p:spPr>
        <p:txBody>
          <a:bodyPr/>
          <a:lstStyle>
            <a:lvl1pPr>
              <a:defRPr/>
            </a:lvl1pPr>
          </a:lstStyle>
          <a:p>
            <a:pPr lvl="0">
              <a:defRPr/>
            </a:pPr>
            <a:r>
              <a:rPr lang="ko-KR" altLang="en-US"/>
              <a:t>마스터 제목 스타일 편집</a:t>
            </a:r>
            <a:endParaRPr lang="ko-KR" altLang="en-US"/>
          </a:p>
        </p:txBody>
      </p:sp>
      <p:sp>
        <p:nvSpPr>
          <p:cNvPr id="8" name="텍스트 개체 틀 7"/>
          <p:cNvSpPr>
            <a:spLocks noGrp="1"/>
          </p:cNvSpPr>
          <p:nvPr>
            <p:ph type="body" sz="quarter" idx="14"/>
          </p:nvPr>
        </p:nvSpPr>
        <p:spPr>
          <a:xfrm>
            <a:off x="2455644" y="7843244"/>
            <a:ext cx="5566190" cy="11385350"/>
          </a:xfrm>
        </p:spPr>
        <p:txBody>
          <a:bodyPr>
            <a:normAutofit/>
          </a:bodyPr>
          <a:lstStyle>
            <a:lvl1pPr>
              <a:lnSpc>
                <a:spcPct val="150000"/>
              </a:lnSpc>
              <a:defRPr sz="2400"/>
            </a:lvl1pPr>
          </a:lstStyle>
          <a:p>
            <a:pPr lvl="0">
              <a:defRPr/>
            </a:pPr>
            <a:r>
              <a:rPr lang="ko-KR" altLang="en-US"/>
              <a:t>첫째 목차</a:t>
            </a:r>
            <a:endParaRPr lang="ko-KR" altLang="en-US"/>
          </a:p>
          <a:p>
            <a:pPr lvl="0">
              <a:defRPr/>
            </a:pPr>
            <a:r>
              <a:rPr lang="ko-KR" altLang="en-US"/>
              <a:t>둘째 목차</a:t>
            </a:r>
            <a:endParaRPr lang="ko-KR" altLang="en-US"/>
          </a:p>
          <a:p>
            <a:pPr lvl="0">
              <a:defRPr/>
            </a:pPr>
            <a:r>
              <a:rPr lang="ko-KR" altLang="en-US"/>
              <a:t>셋째 목차</a:t>
            </a:r>
            <a:endParaRPr lang="ko-KR" altLang="en-US"/>
          </a:p>
          <a:p>
            <a:pPr lvl="0">
              <a:defRPr/>
            </a:pPr>
            <a:r>
              <a:rPr lang="ko-KR" altLang="en-US"/>
              <a:t>넷째 목차</a:t>
            </a:r>
            <a:endParaRPr lang="ko-KR" altLang="en-US"/>
          </a:p>
          <a:p>
            <a:pPr lvl="0">
              <a:defRPr/>
            </a:pPr>
            <a:r>
              <a:rPr lang="ko-KR" altLang="en-US"/>
              <a:t>다섯째 목차</a:t>
            </a:r>
            <a:endParaRPr lang="ko-KR" altLang="en-US"/>
          </a:p>
        </p:txBody>
      </p:sp>
      <p:sp>
        <p:nvSpPr>
          <p:cNvPr id="4" name="날짜 개체 틀 3"/>
          <p:cNvSpPr>
            <a:spLocks noGrp="1"/>
          </p:cNvSpPr>
          <p:nvPr>
            <p:ph type="dt" sz="half" idx="10"/>
          </p:nvPr>
        </p:nvSpPr>
        <p:spPr/>
        <p:txBody>
          <a:bodyPr/>
          <a:lstStyle/>
          <a:p>
            <a:pPr lvl="0">
              <a:defRPr/>
            </a:pPr>
            <a:fld id="{956FEC12-A4C9-4837-AF94-AD867782C04C}" type="datetime1">
              <a:rPr lang="ko-KR" altLang="en-US"/>
              <a:pPr lvl="0">
                <a:defRPr/>
              </a:pPr>
              <a:t>2021-05-04</a:t>
            </a:fld>
            <a:endParaRPr lang="ko-KR" altLang="en-US"/>
          </a:p>
        </p:txBody>
      </p:sp>
      <p:sp>
        <p:nvSpPr>
          <p:cNvPr id="5" name="바닥글 개체 틀 4"/>
          <p:cNvSpPr>
            <a:spLocks noGrp="1"/>
          </p:cNvSpPr>
          <p:nvPr>
            <p:ph type="ftr" sz="quarter" idx="11"/>
          </p:nvPr>
        </p:nvSpPr>
        <p:spPr/>
        <p:txBody>
          <a:bodyPr/>
          <a:lstStyle/>
          <a:p>
            <a:pPr lvl="0">
              <a:defRPr/>
            </a:pPr>
            <a:r>
              <a:rPr lang="ko-KR" altLang="en-US"/>
              <a:t/>
            </a:r>
            <a:endParaRPr lang="ko-KR" altLang="en-US"/>
          </a:p>
        </p:txBody>
      </p:sp>
      <p:sp>
        <p:nvSpPr>
          <p:cNvPr id="6" name="슬라이드 번호 개체 틀 5"/>
          <p:cNvSpPr>
            <a:spLocks noGrp="1"/>
          </p:cNvSpPr>
          <p:nvPr>
            <p:ph type="sldNum" sz="quarter" idx="12"/>
          </p:nvPr>
        </p:nvSpPr>
        <p:spPr/>
        <p:txBody>
          <a:bodyPr/>
          <a:lstStyle/>
          <a:p>
            <a:pPr lvl="0">
              <a:defRPr/>
            </a:pPr>
            <a:fld id="{AD22CD3B-FDDF-4998-970C-76E6E0BEC65F}" type="slidenum">
              <a:rPr lang="ko-KR" altLang="en-US"/>
              <a:pPr lvl="0">
                <a:defRPr/>
              </a:pPr>
              <a:t>‹#›</a:t>
            </a:fld>
            <a:endParaRPr lang="ko-KR" altLang="en-US"/>
          </a:p>
        </p:txBody>
      </p:sp>
    </p:spTree>
  </p:cSld>
  <p:clrMapOvr>
    <a:masterClrMapping/>
  </p:clrMapOvr>
  <p:transition xmlns:mc="http://schemas.openxmlformats.org/markup-compatibility/2006" xmlns:hp="http://schemas.haansoft.com/office/presentation/8.0" mc:Ignorable="hp" hp:hslDur="500"/>
</p:sldLayout>
</file>

<file path=ppt/slideLayouts/slideLayout12.xml><?xml version="1.0" encoding="utf-8"?>
<p:sldLayou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PhAnim="1" matchingName="세로 제목 및 본문" type="vertTitleAndTx" preserve="1">
  <p:cSld name="세로 제목 및 본문">
    <p:spTree>
      <p:nvGrpSpPr>
        <p:cNvPr id="1" name=""/>
        <p:cNvGrpSpPr/>
        <p:nvPr/>
      </p:nvGrpSpPr>
      <p:grpSpPr>
        <a:xfrm>
          <a:off x="0" y="0"/>
          <a:ext cx="0" cy="0"/>
          <a:chOff x="0" y="0"/>
          <a:chExt cx="0" cy="0"/>
        </a:xfrm>
      </p:grpSpPr>
      <p:sp>
        <p:nvSpPr>
          <p:cNvPr id="2" name="세로 제목 1"/>
          <p:cNvSpPr>
            <a:spLocks noGrp="1"/>
          </p:cNvSpPr>
          <p:nvPr>
            <p:ph type="title" orient="vert" idx="0"/>
          </p:nvPr>
        </p:nvSpPr>
        <p:spPr>
          <a:xfrm>
            <a:off x="7596187" y="972676"/>
            <a:ext cx="2357436" cy="20724150"/>
          </a:xfrm>
        </p:spPr>
        <p:txBody>
          <a:bodyPr vert="eaVert"/>
          <a:lstStyle/>
          <a:p>
            <a:pPr lvl="0">
              <a:defRPr/>
            </a:pPr>
            <a:r>
              <a:rPr lang="ko-KR" altLang="en-US"/>
              <a:t>마스터 제목 스타일 편집</a:t>
            </a:r>
            <a:endParaRPr lang="ko-KR" altLang="en-US"/>
          </a:p>
        </p:txBody>
      </p:sp>
      <p:sp>
        <p:nvSpPr>
          <p:cNvPr id="3" name="세로 텍스트 개체 틀 2"/>
          <p:cNvSpPr>
            <a:spLocks noGrp="1"/>
          </p:cNvSpPr>
          <p:nvPr>
            <p:ph type="body" orient="vert" idx="1"/>
          </p:nvPr>
        </p:nvSpPr>
        <p:spPr>
          <a:xfrm>
            <a:off x="523874" y="972676"/>
            <a:ext cx="6897687" cy="20724150"/>
          </a:xfrm>
        </p:spPr>
        <p:txBody>
          <a:bodyPr vert="eaVert"/>
          <a:lstStyle/>
          <a:p>
            <a:pPr lvl="0">
              <a:defRPr/>
            </a:pPr>
            <a:r>
              <a:rPr lang="ko-KR" altLang="en-US"/>
              <a:t>마스터 텍스트 스타일을 편집합니다</a:t>
            </a:r>
            <a:endParaRPr lang="ko-KR" altLang="en-US"/>
          </a:p>
          <a:p>
            <a:pPr lvl="1">
              <a:defRPr/>
            </a:pPr>
            <a:r>
              <a:rPr lang="ko-KR" altLang="en-US"/>
              <a:t>둘째 수준</a:t>
            </a:r>
            <a:endParaRPr lang="ko-KR" altLang="en-US"/>
          </a:p>
          <a:p>
            <a:pPr lvl="2">
              <a:defRPr/>
            </a:pPr>
            <a:r>
              <a:rPr lang="ko-KR" altLang="en-US"/>
              <a:t>셋째 수준</a:t>
            </a:r>
            <a:endParaRPr lang="ko-KR" altLang="en-US"/>
          </a:p>
          <a:p>
            <a:pPr lvl="3">
              <a:defRPr/>
            </a:pPr>
            <a:r>
              <a:rPr lang="ko-KR" altLang="en-US"/>
              <a:t>넷째 수준</a:t>
            </a:r>
            <a:endParaRPr lang="ko-KR" altLang="en-US"/>
          </a:p>
          <a:p>
            <a:pPr lvl="4">
              <a:defRPr/>
            </a:pPr>
            <a:r>
              <a:rPr lang="ko-KR" altLang="en-US"/>
              <a:t>다섯째 수준</a:t>
            </a:r>
            <a:endParaRPr lang="ko-KR" altLang="en-US"/>
          </a:p>
        </p:txBody>
      </p:sp>
      <p:sp>
        <p:nvSpPr>
          <p:cNvPr id="4" name="날짜 개체 틀 3"/>
          <p:cNvSpPr>
            <a:spLocks noGrp="1"/>
          </p:cNvSpPr>
          <p:nvPr>
            <p:ph type="dt" sz="half" idx="10"/>
          </p:nvPr>
        </p:nvSpPr>
        <p:spPr/>
        <p:txBody>
          <a:bodyPr/>
          <a:lstStyle/>
          <a:p>
            <a:pPr lvl="0">
              <a:defRPr/>
            </a:pPr>
            <a:fld id="{957F84A3-4F29-4053-ACFD-1BAF2D3F140C}" type="datetime1">
              <a:rPr lang="ko-KR" altLang="en-US"/>
              <a:pPr lvl="0">
                <a:defRPr/>
              </a:pPr>
              <a:t>2021-05-04</a:t>
            </a:fld>
            <a:endParaRPr lang="ko-KR" altLang="en-US"/>
          </a:p>
        </p:txBody>
      </p:sp>
      <p:sp>
        <p:nvSpPr>
          <p:cNvPr id="5" name="바닥글 개체 틀 4"/>
          <p:cNvSpPr>
            <a:spLocks noGrp="1"/>
          </p:cNvSpPr>
          <p:nvPr>
            <p:ph type="ftr" sz="quarter" idx="11"/>
          </p:nvPr>
        </p:nvSpPr>
        <p:spPr/>
        <p:txBody>
          <a:bodyPr/>
          <a:lstStyle/>
          <a:p>
            <a:pPr lvl="0">
              <a:defRPr/>
            </a:pPr>
            <a:r>
              <a:rPr lang="ko-KR" altLang="en-US"/>
              <a:t/>
            </a:r>
            <a:endParaRPr lang="ko-KR" altLang="en-US"/>
          </a:p>
        </p:txBody>
      </p:sp>
      <p:sp>
        <p:nvSpPr>
          <p:cNvPr id="6" name="슬라이드 번호 개체 틀 5"/>
          <p:cNvSpPr>
            <a:spLocks noGrp="1"/>
          </p:cNvSpPr>
          <p:nvPr>
            <p:ph type="sldNum" sz="quarter" idx="12"/>
          </p:nvPr>
        </p:nvSpPr>
        <p:spPr/>
        <p:txBody>
          <a:bodyPr/>
          <a:lstStyle/>
          <a:p>
            <a:pPr lvl="0">
              <a:defRPr/>
            </a:pPr>
            <a:fld id="{AD22CD3B-FDDF-4998-970C-76E6E0BEC65F}" type="slidenum">
              <a:rPr lang="ko-KR" altLang="en-US"/>
              <a:pPr lvl="0">
                <a:defRPr/>
              </a:pPr>
              <a:t>‹#›</a:t>
            </a:fld>
            <a:endParaRPr lang="ko-KR" altLang="en-US"/>
          </a:p>
        </p:txBody>
      </p:sp>
    </p:spTree>
  </p:cSld>
  <p:clrMapOvr>
    <a:masterClrMapping/>
  </p:clrMapOvr>
  <p:transition xmlns:mc="http://schemas.openxmlformats.org/markup-compatibility/2006" xmlns:hp="http://schemas.haansoft.com/office/presentation/8.0" mc:Ignorable="hp" hp:hslDur="500"/>
</p:sldLayout>
</file>

<file path=ppt/slideLayouts/slideLayout13.xml><?xml version="1.0" encoding="utf-8"?>
<p:sldLayou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PhAnim="1" matchingName="제목 및 내용">
  <p:cSld name="제목 및 내용">
    <p:spTree>
      <p:nvGrpSpPr>
        <p:cNvPr id="1" name=""/>
        <p:cNvGrpSpPr/>
        <p:nvPr/>
      </p:nvGrpSpPr>
      <p:grpSpPr>
        <a:xfrm>
          <a:off x="0" y="0"/>
          <a:ext cx="0" cy="0"/>
          <a:chOff x="0" y="0"/>
          <a:chExt cx="0" cy="0"/>
        </a:xfrm>
      </p:grpSpPr>
      <p:sp>
        <p:nvSpPr>
          <p:cNvPr id="4" name="날짜 개체 틀 3"/>
          <p:cNvSpPr>
            <a:spLocks noGrp="1"/>
          </p:cNvSpPr>
          <p:nvPr>
            <p:ph type="dt" sz="half" idx="10"/>
          </p:nvPr>
        </p:nvSpPr>
        <p:spPr/>
        <p:txBody>
          <a:bodyPr/>
          <a:lstStyle/>
          <a:p>
            <a:pPr lvl="0">
              <a:defRPr/>
            </a:pPr>
            <a:fld id="{4953836A-82A3-4C8B-9D31-CD724F3673ED}" type="datetime1">
              <a:rPr lang="ko-KR" altLang="en-US"/>
              <a:pPr lvl="0">
                <a:defRPr/>
              </a:pPr>
              <a:t>2021-05-04</a:t>
            </a:fld>
            <a:endParaRPr lang="ko-KR" altLang="en-US"/>
          </a:p>
        </p:txBody>
      </p:sp>
      <p:sp>
        <p:nvSpPr>
          <p:cNvPr id="5" name="바닥글 개체 틀 4"/>
          <p:cNvSpPr>
            <a:spLocks noGrp="1"/>
          </p:cNvSpPr>
          <p:nvPr>
            <p:ph type="ftr" sz="quarter" idx="11"/>
          </p:nvPr>
        </p:nvSpPr>
        <p:spPr/>
        <p:txBody>
          <a:bodyPr/>
          <a:lstStyle/>
          <a:p>
            <a:pPr lvl="0">
              <a:defRPr/>
            </a:pPr>
            <a:r>
              <a:rPr lang="ko-KR" altLang="en-US"/>
              <a:t/>
            </a:r>
            <a:endParaRPr lang="ko-KR" altLang="en-US"/>
          </a:p>
        </p:txBody>
      </p:sp>
      <p:sp>
        <p:nvSpPr>
          <p:cNvPr id="6" name="슬라이드 번호 개체 틀 5"/>
          <p:cNvSpPr>
            <a:spLocks noGrp="1"/>
          </p:cNvSpPr>
          <p:nvPr>
            <p:ph type="sldNum" sz="quarter" idx="12"/>
          </p:nvPr>
        </p:nvSpPr>
        <p:spPr/>
        <p:txBody>
          <a:bodyPr/>
          <a:lstStyle/>
          <a:p>
            <a:pPr lvl="0">
              <a:defRPr/>
            </a:pPr>
            <a:fld id="{AD22CD3B-FDDF-4998-970C-76E6E0BEC65F}" type="slidenum">
              <a:rPr lang="ko-KR" altLang="en-US"/>
              <a:pPr lvl="0">
                <a:defRPr/>
              </a:pPr>
              <a:t>‹#›</a:t>
            </a:fld>
            <a:endParaRPr lang="ko-KR" altLang="en-US"/>
          </a:p>
        </p:txBody>
      </p:sp>
    </p:spTree>
  </p:cSld>
  <p:clrMapOvr>
    <a:masterClrMapping/>
  </p:clrMapOvr>
  <p:transition xmlns:mc="http://schemas.openxmlformats.org/markup-compatibility/2006" xmlns:hp="http://schemas.haansoft.com/office/presentation/8.0" mc:Ignorable="hp" hp:hslDur="50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slideLayout" Target="../slideLayouts/slideLayout12.xml"  /><Relationship Id="rId13" Type="http://schemas.openxmlformats.org/officeDocument/2006/relationships/slideLayout" Target="../slideLayouts/slideLayout13.xml"  /><Relationship Id="rId14" Type="http://schemas.openxmlformats.org/officeDocument/2006/relationships/theme" Target="../theme/theme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slideMaster1.xml><?xml version="1.0" encoding="utf-8"?>
<p:sldMaste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한컴오피스">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idx="0"/>
          </p:nvPr>
        </p:nvSpPr>
        <p:spPr>
          <a:xfrm>
            <a:off x="523874" y="972676"/>
            <a:ext cx="9429749" cy="4048125"/>
          </a:xfrm>
          <a:prstGeom prst="rect">
            <a:avLst/>
          </a:prstGeom>
        </p:spPr>
        <p:txBody>
          <a:bodyPr vert="horz" lIns="91440" tIns="45720" rIns="91440" bIns="45720" anchor="ctr">
            <a:normAutofit/>
          </a:bodyPr>
          <a:lstStyle/>
          <a:p>
            <a:pPr lvl="0">
              <a:defRPr/>
            </a:pPr>
            <a:r>
              <a:rPr lang="ko-KR" altLang="en-US"/>
              <a:t>마스터 제목 스타일 편집</a:t>
            </a:r>
            <a:endParaRPr lang="ko-KR" altLang="en-US"/>
          </a:p>
        </p:txBody>
      </p:sp>
      <p:sp>
        <p:nvSpPr>
          <p:cNvPr id="3" name="텍스트 개체 틀 2"/>
          <p:cNvSpPr>
            <a:spLocks noGrp="1"/>
          </p:cNvSpPr>
          <p:nvPr>
            <p:ph type="body" idx="1"/>
          </p:nvPr>
        </p:nvSpPr>
        <p:spPr>
          <a:xfrm>
            <a:off x="523874" y="5667375"/>
            <a:ext cx="9429749" cy="16029453"/>
          </a:xfrm>
          <a:prstGeom prst="rect">
            <a:avLst/>
          </a:prstGeom>
        </p:spPr>
        <p:txBody>
          <a:bodyPr vert="horz" lIns="91440" tIns="45720" rIns="91440" bIns="45720">
            <a:normAutofit/>
          </a:bodyPr>
          <a:lstStyle/>
          <a:p>
            <a:pPr lvl="0">
              <a:defRPr/>
            </a:pPr>
            <a:r>
              <a:rPr lang="ko-KR" altLang="en-US"/>
              <a:t>마스터 텍스트 스타일을 편집합니다</a:t>
            </a:r>
            <a:endParaRPr lang="ko-KR" altLang="en-US"/>
          </a:p>
          <a:p>
            <a:pPr lvl="1">
              <a:defRPr/>
            </a:pPr>
            <a:r>
              <a:rPr lang="ko-KR" altLang="en-US"/>
              <a:t>둘째 수준</a:t>
            </a:r>
            <a:endParaRPr lang="ko-KR" altLang="en-US"/>
          </a:p>
          <a:p>
            <a:pPr lvl="2">
              <a:defRPr/>
            </a:pPr>
            <a:r>
              <a:rPr lang="ko-KR" altLang="en-US"/>
              <a:t>셋째 수준</a:t>
            </a:r>
            <a:endParaRPr lang="ko-KR" altLang="en-US"/>
          </a:p>
          <a:p>
            <a:pPr lvl="3">
              <a:defRPr/>
            </a:pPr>
            <a:r>
              <a:rPr lang="ko-KR" altLang="en-US"/>
              <a:t>넷째 수준</a:t>
            </a:r>
            <a:endParaRPr lang="ko-KR" altLang="en-US"/>
          </a:p>
          <a:p>
            <a:pPr lvl="4">
              <a:defRPr/>
            </a:pPr>
            <a:r>
              <a:rPr lang="ko-KR" altLang="en-US"/>
              <a:t>다섯째 수준</a:t>
            </a:r>
            <a:endParaRPr lang="ko-KR" altLang="en-US"/>
          </a:p>
        </p:txBody>
      </p:sp>
      <p:sp>
        <p:nvSpPr>
          <p:cNvPr id="4" name="날짜 개체 틀 3"/>
          <p:cNvSpPr>
            <a:spLocks noGrp="1"/>
          </p:cNvSpPr>
          <p:nvPr>
            <p:ph type="dt" sz="half" idx="2"/>
          </p:nvPr>
        </p:nvSpPr>
        <p:spPr>
          <a:xfrm>
            <a:off x="523874" y="22512070"/>
            <a:ext cx="2444749" cy="1293151"/>
          </a:xfrm>
          <a:prstGeom prst="rect">
            <a:avLst/>
          </a:prstGeom>
        </p:spPr>
        <p:txBody>
          <a:bodyPr vert="horz" lIns="91440" tIns="45720" rIns="91440" bIns="45720" anchor="ctr"/>
          <a:lstStyle>
            <a:lvl1pPr algn="l">
              <a:defRPr sz="1200">
                <a:solidFill>
                  <a:schemeClr val="tx1">
                    <a:tint val="75000"/>
                  </a:schemeClr>
                </a:solidFill>
              </a:defRPr>
            </a:lvl1pPr>
          </a:lstStyle>
          <a:p>
            <a:pPr lvl="0">
              <a:defRPr/>
            </a:pPr>
            <a:fld id="{D422D86A-5F52-4165-8473-F1B836277586}" type="datetime1">
              <a:rPr lang="ko-KR" altLang="en-US"/>
              <a:pPr lvl="0">
                <a:defRPr/>
              </a:pPr>
              <a:t>2021-05-04</a:t>
            </a:fld>
            <a:endParaRPr lang="ko-KR" altLang="en-US"/>
          </a:p>
        </p:txBody>
      </p:sp>
      <p:sp>
        <p:nvSpPr>
          <p:cNvPr id="5" name="바닥글 개체 틀 4"/>
          <p:cNvSpPr>
            <a:spLocks noGrp="1"/>
          </p:cNvSpPr>
          <p:nvPr>
            <p:ph type="ftr" sz="quarter" idx="3"/>
          </p:nvPr>
        </p:nvSpPr>
        <p:spPr>
          <a:xfrm>
            <a:off x="3579811" y="22512070"/>
            <a:ext cx="3317874" cy="1293151"/>
          </a:xfrm>
          <a:prstGeom prst="rect">
            <a:avLst/>
          </a:prstGeom>
        </p:spPr>
        <p:txBody>
          <a:bodyPr vert="horz" lIns="91440" tIns="45720" rIns="91440" bIns="45720" anchor="ctr"/>
          <a:lstStyle>
            <a:lvl1pPr algn="ctr">
              <a:defRPr sz="1200">
                <a:solidFill>
                  <a:schemeClr val="tx1">
                    <a:tint val="75000"/>
                  </a:schemeClr>
                </a:solidFill>
              </a:defRPr>
            </a:lvl1pPr>
          </a:lstStyle>
          <a:p>
            <a:pPr lvl="0">
              <a:defRPr/>
            </a:pPr>
            <a:r>
              <a:rPr lang="ko-KR" altLang="en-US"/>
              <a:t/>
            </a:r>
            <a:endParaRPr lang="ko-KR" altLang="en-US"/>
          </a:p>
        </p:txBody>
      </p:sp>
      <p:sp>
        <p:nvSpPr>
          <p:cNvPr id="6" name="슬라이드 번호 개체 틀 5"/>
          <p:cNvSpPr>
            <a:spLocks noGrp="1"/>
          </p:cNvSpPr>
          <p:nvPr>
            <p:ph type="sldNum" sz="quarter" idx="4"/>
          </p:nvPr>
        </p:nvSpPr>
        <p:spPr>
          <a:xfrm>
            <a:off x="7508874" y="22512070"/>
            <a:ext cx="2444749" cy="1293151"/>
          </a:xfrm>
          <a:prstGeom prst="rect">
            <a:avLst/>
          </a:prstGeom>
        </p:spPr>
        <p:txBody>
          <a:bodyPr vert="horz" lIns="91440" tIns="45720" rIns="91440" bIns="45720" anchor="ctr"/>
          <a:lstStyle>
            <a:lvl1pPr algn="r">
              <a:defRPr sz="1200">
                <a:solidFill>
                  <a:schemeClr val="tx1">
                    <a:tint val="75000"/>
                  </a:schemeClr>
                </a:solidFill>
              </a:defRPr>
            </a:lvl1pPr>
          </a:lstStyle>
          <a:p>
            <a:pPr lvl="0">
              <a:defRPr/>
            </a:pPr>
            <a:fld id="{AD22CD3B-FDDF-4998-970C-76E6E0BEC65F}" type="slidenum">
              <a:rPr lang="ko-KR" altLang="en-US"/>
              <a:pPr lvl="0">
                <a:defRPr/>
              </a:pPr>
              <a:t>‹#›</a:t>
            </a:fld>
            <a:endParaRPr lang="ko-KR" altLang="en-US"/>
          </a:p>
        </p:txBody>
      </p:sp>
    </p:spTree>
  </p:cSld>
  <p:clrMap bg1="lt1" tx1="dk1" bg2="lt2" tx2="dk2" accent1="accent1" accent2="accent2" accent3="accent3" accent4="accent4" accent5="accent5" accent6="accent6" hlink="hlink" folHlink="folHlink"/>
  <p:sldLayoutIdLst>
    <p:sldLayoutId id="2147483915" r:id="rId1"/>
    <p:sldLayoutId id="2147483916" r:id="rId2"/>
    <p:sldLayoutId id="2147483917" r:id="rId3"/>
    <p:sldLayoutId id="2147483918" r:id="rId4"/>
    <p:sldLayoutId id="2147483919" r:id="rId5"/>
    <p:sldLayoutId id="2147483920" r:id="rId6"/>
    <p:sldLayoutId id="2147483921" r:id="rId7"/>
    <p:sldLayoutId id="2147483922" r:id="rId8"/>
    <p:sldLayoutId id="2147483923" r:id="rId9"/>
    <p:sldLayoutId id="2147483924" r:id="rId10"/>
    <p:sldLayoutId id="2147483925" r:id="rId11"/>
    <p:sldLayoutId id="2147483926" r:id="rId12"/>
    <p:sldLayoutId id="2147483927" r:id="rId13"/>
  </p:sldLayoutIdLst>
  <p:transition xmlns:mc="http://schemas.openxmlformats.org/markup-compatibility/2006" xmlns:hp="http://schemas.haansoft.com/office/presentation/8.0" mc:Ignorable="hp" hp:hslDur="500"/>
  <p:hf sldNum="0" hdr="0" ftr="0" dt="0"/>
  <p:txStyles>
    <p:titleStyle>
      <a:lvl1pPr algn="ctr" defTabSz="914400" rtl="0" eaLnBrk="1" latinLnBrk="1" hangingPunct="1">
        <a:spcBef>
          <a:spcPct val="0"/>
        </a:spcBef>
        <a:buNone/>
        <a:defRPr sz="4400" kern="1200">
          <a:solidFill>
            <a:schemeClr val="tx1"/>
          </a:solidFill>
          <a:latin typeface="+mj-lt"/>
          <a:ea typeface="+mj-ea"/>
          <a:cs typeface="+mj-cs"/>
        </a:defRPr>
      </a:lvl1pPr>
      <a:lvl2pPr rtl="0" eaLnBrk="1" latinLnBrk="1" hangingPunct="1">
        <a:defRPr>
          <a:solidFill>
            <a:schemeClr val="tx2"/>
          </a:solidFill>
        </a:defRPr>
      </a:lvl2pPr>
      <a:lvl3pPr rtl="0" eaLnBrk="1" latinLnBrk="1" hangingPunct="1">
        <a:defRPr>
          <a:solidFill>
            <a:schemeClr val="tx2"/>
          </a:solidFill>
        </a:defRPr>
      </a:lvl3pPr>
      <a:lvl4pPr rtl="0" eaLnBrk="1" latinLnBrk="1" hangingPunct="1">
        <a:defRPr>
          <a:solidFill>
            <a:schemeClr val="tx2"/>
          </a:solidFill>
        </a:defRPr>
      </a:lvl4pPr>
      <a:lvl5pPr rtl="0" eaLnBrk="1" latinLnBrk="1" hangingPunct="1">
        <a:defRPr>
          <a:solidFill>
            <a:schemeClr val="tx2"/>
          </a:solidFill>
        </a:defRPr>
      </a:lvl5pPr>
      <a:lvl6pPr rtl="0" eaLnBrk="1" latinLnBrk="1" hangingPunct="1">
        <a:defRPr>
          <a:solidFill>
            <a:schemeClr val="tx2"/>
          </a:solidFill>
        </a:defRPr>
      </a:lvl6pPr>
      <a:lvl7pPr rtl="0" eaLnBrk="1" latinLnBrk="1" hangingPunct="1">
        <a:defRPr>
          <a:solidFill>
            <a:schemeClr val="tx2"/>
          </a:solidFill>
        </a:defRPr>
      </a:lvl7pPr>
      <a:lvl8pPr rtl="0" eaLnBrk="1" latinLnBrk="1" hangingPunct="1">
        <a:defRPr>
          <a:solidFill>
            <a:schemeClr val="tx2"/>
          </a:solidFill>
        </a:defRPr>
      </a:lvl8pPr>
      <a:lvl9pPr rtl="0" eaLnBrk="1" latinLnBrk="1" hangingPunct="1">
        <a:defRPr>
          <a:solidFill>
            <a:schemeClr val="tx2"/>
          </a:solidFill>
        </a:defRPr>
      </a:lvl9pPr>
    </p:titleStyle>
    <p:bodyStyle>
      <a:lvl1pPr marL="342900" indent="-342900" algn="l" defTabSz="914400" rtl="0" eaLnBrk="1" latinLnBrk="1" hangingPunct="1">
        <a:spcBef>
          <a:spcPct val="20000"/>
        </a:spcBef>
        <a:buFont typeface="Arial"/>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9" name=""/>
          <p:cNvSpPr txBox="1"/>
          <p:nvPr/>
        </p:nvSpPr>
        <p:spPr>
          <a:xfrm>
            <a:off x="166687" y="180975"/>
            <a:ext cx="10144125" cy="15781019"/>
          </a:xfrm>
          <a:prstGeom prst="rect">
            <a:avLst/>
          </a:prstGeom>
        </p:spPr>
        <p:txBody>
          <a:bodyPr wrap="square">
            <a:spAutoFit/>
          </a:bodyPr>
          <a:p>
            <a:pPr>
              <a:defRPr/>
            </a:pPr>
            <a:r>
              <a:rPr lang="ko-KR" altLang="en-US" sz="1000"/>
              <a:t>탐라렌트카 개인정보처리방침</a:t>
            </a:r>
            <a:endParaRPr lang="ko-KR" altLang="en-US" sz="1000"/>
          </a:p>
          <a:p>
            <a:pPr>
              <a:defRPr/>
            </a:pPr>
            <a:endParaRPr lang="ko-KR" altLang="en-US" sz="1000"/>
          </a:p>
          <a:p>
            <a:pPr>
              <a:defRPr/>
            </a:pPr>
            <a:r>
              <a:rPr lang="ko-KR" altLang="en-US" sz="1000"/>
              <a:t> </a:t>
            </a:r>
            <a:endParaRPr lang="ko-KR" altLang="en-US" sz="1000"/>
          </a:p>
          <a:p>
            <a:pPr>
              <a:defRPr/>
            </a:pPr>
            <a:endParaRPr lang="ko-KR" altLang="en-US" sz="1000"/>
          </a:p>
          <a:p>
            <a:pPr>
              <a:defRPr/>
            </a:pPr>
            <a:r>
              <a:rPr lang="ko-KR" altLang="en-US" sz="1000"/>
              <a:t>1. 총칙</a:t>
            </a:r>
            <a:endParaRPr lang="ko-KR" altLang="en-US" sz="1000"/>
          </a:p>
          <a:p>
            <a:pPr>
              <a:defRPr/>
            </a:pPr>
            <a:r>
              <a:rPr lang="ko-KR" altLang="en-US" sz="1000"/>
              <a:t>개인정보란 생존하는 개인에 관한 정보로서 당해 정보에 포함되어 있는 성명등의 사항에 의하여 당해 개인을 식별할 수 있는 정보(당해 정보만으로는 특정 개인을 식별할 수 없더라도 다른 정보와 용이하게 결합하여 식별할 수 있는 것을 포함합니다)를 말합니다.</a:t>
            </a:r>
            <a:endParaRPr lang="ko-KR" altLang="en-US" sz="1000"/>
          </a:p>
          <a:p>
            <a:pPr>
              <a:defRPr/>
            </a:pPr>
            <a:r>
              <a:rPr lang="ko-KR" altLang="en-US" sz="1000"/>
              <a:t> </a:t>
            </a:r>
            <a:endParaRPr lang="ko-KR" altLang="en-US" sz="1000"/>
          </a:p>
          <a:p>
            <a:pPr>
              <a:defRPr/>
            </a:pPr>
            <a:r>
              <a:rPr lang="ko-KR" altLang="en-US" sz="1000"/>
              <a:t>'(주)탐라렌트카' (이하 '회사')이 운영하는 인터넷 웹사이트(www.tamrarentcar.com)를 이용하는 회원 (이하 '이용자')의 개인정보보호에 대하여 규정하고 있습니다. 탐라렌트카는 이용자의 개인정보를 중요시하며, "정보통신망 이용촉진 및 정보보호"에 관한 법률, 개인정보보호지침, 신용 정보의 이용 및 보호에 관한 법률, 전자거래기본법, 전자거래소비자보호지침 등 개인정보보호 관련 법규를 준수하고 있습니다. 당사는 개인정보처리방침을 통하여 이용자께서 제공하시는 개인정보가 어떠한 용도와 방식으로 이용되고 있으며, 개인정보보호를 위해 어떠한 조치가 취해지고 있는지 알려드립니다. 당사의 개인정보처리방침은 법률의 개정 및 정부지침의 변경 또는 회사 내부방침의 변경에 따라 바뀔 수 있으므로 이용자께서 수시로 확인하여 주시기 바랍니다. (본 방침은 2019년 07월 10일 부터 시행됩니다.)</a:t>
            </a:r>
            <a:endParaRPr lang="ko-KR" altLang="en-US" sz="1000"/>
          </a:p>
          <a:p>
            <a:pPr>
              <a:defRPr/>
            </a:pPr>
            <a:endParaRPr lang="ko-KR" altLang="en-US" sz="1000"/>
          </a:p>
          <a:p>
            <a:pPr>
              <a:defRPr/>
            </a:pPr>
            <a:r>
              <a:rPr lang="ko-KR" altLang="en-US" sz="1000"/>
              <a:t>2. 개인정보 수집 및 이용목적</a:t>
            </a:r>
            <a:endParaRPr lang="ko-KR" altLang="en-US" sz="1000"/>
          </a:p>
          <a:p>
            <a:pPr>
              <a:defRPr/>
            </a:pPr>
            <a:r>
              <a:rPr lang="ko-KR" altLang="en-US" sz="1000"/>
              <a:t>당사는 이용자가 제공한 모든 정보는 상기 목적에 필요한 용도 이외로는 사용되지 않으며, 회원가입 시 서비스 제공과 편리하고 유익한 맞춤 정보를 제공하기 위해 필요한 최소한의 정보를 필수 사항으로 수집하고 있습니다.</a:t>
            </a:r>
            <a:endParaRPr lang="ko-KR" altLang="en-US" sz="1000"/>
          </a:p>
          <a:p>
            <a:pPr>
              <a:defRPr/>
            </a:pPr>
            <a:r>
              <a:rPr lang="ko-KR" altLang="en-US" sz="1000"/>
              <a:t>개인 정보의 범위나 사용 목적, 용도가 변경될 시에는 반드시 이용자에게 사전 동의를 구할 것입니다.</a:t>
            </a:r>
            <a:endParaRPr lang="ko-KR" altLang="en-US" sz="1000"/>
          </a:p>
          <a:p>
            <a:pPr>
              <a:defRPr/>
            </a:pPr>
            <a:r>
              <a:rPr lang="ko-KR" altLang="en-US" sz="1000"/>
              <a:t> </a:t>
            </a:r>
            <a:endParaRPr lang="ko-KR" altLang="en-US" sz="1000"/>
          </a:p>
          <a:p>
            <a:pPr>
              <a:defRPr/>
            </a:pPr>
            <a:r>
              <a:rPr lang="ko-KR" altLang="en-US" sz="1000"/>
              <a:t>수집이용목적</a:t>
            </a:r>
            <a:endParaRPr lang="ko-KR" altLang="en-US" sz="1000"/>
          </a:p>
          <a:p>
            <a:pPr>
              <a:defRPr/>
            </a:pPr>
            <a:r>
              <a:rPr lang="ko-KR" altLang="en-US" sz="1000"/>
              <a:t>수집하는 개인정보의 항목</a:t>
            </a:r>
            <a:endParaRPr lang="ko-KR" altLang="en-US" sz="1000"/>
          </a:p>
          <a:p>
            <a:pPr>
              <a:defRPr/>
            </a:pPr>
            <a:r>
              <a:rPr lang="ko-KR" altLang="en-US" sz="1000"/>
              <a:t>수집하는 개인정보의 수집방법</a:t>
            </a:r>
            <a:endParaRPr lang="ko-KR" altLang="en-US" sz="1000"/>
          </a:p>
          <a:p>
            <a:pPr>
              <a:defRPr/>
            </a:pPr>
            <a:r>
              <a:rPr lang="ko-KR" altLang="en-US" sz="1000"/>
              <a:t>가입 및 예약,상담 시</a:t>
            </a:r>
            <a:endParaRPr lang="ko-KR" altLang="en-US" sz="1000"/>
          </a:p>
          <a:p>
            <a:pPr>
              <a:defRPr/>
            </a:pPr>
            <a:r>
              <a:rPr lang="ko-KR" altLang="en-US" sz="1000"/>
              <a:t> 이름, 전화번호, 콘텐츠 제공, 구매 및 요금 결제, 개인 식별, 불만처리, 등 민원 처리, 고지사항 전달.</a:t>
            </a:r>
            <a:endParaRPr lang="ko-KR" altLang="en-US" sz="1000"/>
          </a:p>
          <a:p>
            <a:pPr>
              <a:defRPr/>
            </a:pPr>
            <a:r>
              <a:rPr lang="ko-KR" altLang="en-US" sz="1000"/>
              <a:t>웹 사이트, 및 모바일 웹</a:t>
            </a:r>
            <a:endParaRPr lang="ko-KR" altLang="en-US" sz="1000"/>
          </a:p>
          <a:p>
            <a:pPr>
              <a:defRPr/>
            </a:pPr>
            <a:r>
              <a:rPr lang="ko-KR" altLang="en-US" sz="1000"/>
              <a:t>운전자 면허사전등록 시	 운전자 정보 (이름, 연락처, 생년월일, 면허종류 및 번호) 면허사진(선택)	웹 사이트, 및 모바일 웹</a:t>
            </a:r>
            <a:endParaRPr lang="ko-KR" altLang="en-US" sz="1000"/>
          </a:p>
          <a:p>
            <a:pPr>
              <a:defRPr/>
            </a:pPr>
            <a:r>
              <a:rPr lang="ko-KR" altLang="en-US" sz="1000"/>
              <a:t>대금 결제 및 정산 시</a:t>
            </a:r>
            <a:endParaRPr lang="ko-KR" altLang="en-US" sz="1000"/>
          </a:p>
          <a:p>
            <a:pPr>
              <a:defRPr/>
            </a:pPr>
            <a:r>
              <a:rPr lang="ko-KR" altLang="en-US" sz="1000"/>
              <a:t>결제를 위한 신용카드정보, 은행계좌 정보, 결제기록 등의 정보</a:t>
            </a:r>
            <a:endParaRPr lang="ko-KR" altLang="en-US" sz="1000"/>
          </a:p>
          <a:p>
            <a:pPr>
              <a:defRPr/>
            </a:pPr>
            <a:r>
              <a:rPr lang="ko-KR" altLang="en-US" sz="1000"/>
              <a:t>현금영수증 발급을 위한 휴대폰 번호 또는 사업자등록번호</a:t>
            </a:r>
            <a:endParaRPr lang="ko-KR" altLang="en-US" sz="1000"/>
          </a:p>
          <a:p>
            <a:pPr>
              <a:defRPr/>
            </a:pPr>
            <a:r>
              <a:rPr lang="ko-KR" altLang="en-US" sz="1000"/>
              <a:t>환불 절차에 필요한 은행 계좌정보, 신용카드 정보</a:t>
            </a:r>
            <a:endParaRPr lang="ko-KR" altLang="en-US" sz="1000"/>
          </a:p>
          <a:p>
            <a:pPr>
              <a:defRPr/>
            </a:pPr>
            <a:r>
              <a:rPr lang="ko-KR" altLang="en-US" sz="1000"/>
              <a:t>웹 사이트, 및 모바일 웹</a:t>
            </a:r>
            <a:endParaRPr lang="ko-KR" altLang="en-US" sz="1000"/>
          </a:p>
          <a:p>
            <a:pPr>
              <a:defRPr/>
            </a:pPr>
            <a:r>
              <a:rPr lang="ko-KR" altLang="en-US" sz="1000"/>
              <a:t>이벤트 참여 및 경품 배송 시</a:t>
            </a:r>
            <a:endParaRPr lang="ko-KR" altLang="en-US" sz="1000"/>
          </a:p>
          <a:p>
            <a:pPr>
              <a:defRPr/>
            </a:pPr>
            <a:r>
              <a:rPr lang="ko-KR" altLang="en-US" sz="1000"/>
              <a:t>이름, 전화번호, 주소, 이메일주소</a:t>
            </a:r>
            <a:endParaRPr lang="ko-KR" altLang="en-US" sz="1000"/>
          </a:p>
          <a:p>
            <a:pPr>
              <a:defRPr/>
            </a:pPr>
            <a:r>
              <a:rPr lang="ko-KR" altLang="en-US" sz="1000"/>
              <a:t>웹 사이트, 및 모바일 웹</a:t>
            </a:r>
            <a:endParaRPr lang="ko-KR" altLang="en-US" sz="1000"/>
          </a:p>
          <a:p>
            <a:pPr>
              <a:defRPr/>
            </a:pPr>
            <a:r>
              <a:rPr lang="ko-KR" altLang="en-US" sz="1000"/>
              <a:t>온라인 문의 및 게시글 작성 시</a:t>
            </a:r>
            <a:endParaRPr lang="ko-KR" altLang="en-US" sz="1000"/>
          </a:p>
          <a:p>
            <a:pPr>
              <a:defRPr/>
            </a:pPr>
            <a:r>
              <a:rPr lang="ko-KR" altLang="en-US" sz="1000"/>
              <a:t>이름, 연락처</a:t>
            </a:r>
            <a:endParaRPr lang="ko-KR" altLang="en-US" sz="1000"/>
          </a:p>
          <a:p>
            <a:pPr>
              <a:defRPr/>
            </a:pPr>
            <a:r>
              <a:rPr lang="ko-KR" altLang="en-US" sz="1000"/>
              <a:t>웹 사이트, 및 모바일 웹</a:t>
            </a:r>
            <a:endParaRPr lang="ko-KR" altLang="en-US" sz="1000"/>
          </a:p>
          <a:p>
            <a:pPr>
              <a:defRPr/>
            </a:pPr>
            <a:r>
              <a:rPr lang="ko-KR" altLang="en-US" sz="1000"/>
              <a:t> </a:t>
            </a:r>
            <a:endParaRPr lang="ko-KR" altLang="en-US" sz="1000"/>
          </a:p>
          <a:p>
            <a:pPr>
              <a:defRPr/>
            </a:pPr>
            <a:endParaRPr lang="ko-KR" altLang="en-US" sz="1000"/>
          </a:p>
          <a:p>
            <a:pPr>
              <a:defRPr/>
            </a:pPr>
            <a:r>
              <a:rPr lang="ko-KR" altLang="en-US" sz="1000"/>
              <a:t>[ 개인정보 보유 및 이용기간 ]</a:t>
            </a:r>
            <a:endParaRPr lang="ko-KR" altLang="en-US" sz="1000"/>
          </a:p>
          <a:p>
            <a:pPr>
              <a:defRPr/>
            </a:pPr>
            <a:r>
              <a:rPr lang="ko-KR" altLang="en-US" sz="1000"/>
              <a:t>당사는 이용자의 개인정보를 원칙적으로 고지 및 약정한 기간동안 보유 및 이용하며, 개인정보의 수집 및 이용목적이 달성되면 자체없이 파기합니다. 단 다음의 정보에 대해서는 관련법령 및 회사 방침에 의한 정보보유 사유로 명시한 기간동안 보존합니다.</a:t>
            </a:r>
            <a:endParaRPr lang="ko-KR" altLang="en-US" sz="1000"/>
          </a:p>
          <a:p>
            <a:pPr>
              <a:defRPr/>
            </a:pPr>
            <a:r>
              <a:rPr lang="ko-KR" altLang="en-US" sz="1000"/>
              <a:t>-홈페이지 회원정보 : 회원탈퇴 및 제명시까지 보유</a:t>
            </a:r>
            <a:endParaRPr lang="ko-KR" altLang="en-US" sz="1000"/>
          </a:p>
          <a:p>
            <a:pPr>
              <a:defRPr/>
            </a:pPr>
            <a:r>
              <a:rPr lang="ko-KR" altLang="en-US" sz="1000"/>
              <a:t>-계약 또는 청약철회 등에 관한 기록, 대금결제 및 재화 등의 공급에 관한 기록 : 5년간 보유</a:t>
            </a:r>
            <a:endParaRPr lang="ko-KR" altLang="en-US" sz="1000"/>
          </a:p>
          <a:p>
            <a:pPr>
              <a:defRPr/>
            </a:pPr>
            <a:r>
              <a:rPr lang="ko-KR" altLang="en-US" sz="1000"/>
              <a:t>  (근거 : 전자상거래 등에서의 소비자 보호에 관한 법률에 의거)</a:t>
            </a:r>
            <a:endParaRPr lang="ko-KR" altLang="en-US" sz="1000"/>
          </a:p>
          <a:p>
            <a:pPr>
              <a:defRPr/>
            </a:pPr>
            <a:r>
              <a:rPr lang="ko-KR" altLang="en-US" sz="1000"/>
              <a:t>-소비자 불만, 분쟁처리, 신용정보 수집/처리 기록 : 3년</a:t>
            </a:r>
            <a:endParaRPr lang="ko-KR" altLang="en-US" sz="1000"/>
          </a:p>
          <a:p>
            <a:pPr>
              <a:defRPr/>
            </a:pPr>
            <a:r>
              <a:rPr lang="ko-KR" altLang="en-US" sz="1000"/>
              <a:t>  (근거 : 전자상거래 등에서의 소비자보호에 관한 법률, 신용정보의 이용 및 보호에 관한 법률)</a:t>
            </a:r>
            <a:endParaRPr lang="ko-KR" altLang="en-US" sz="1000"/>
          </a:p>
          <a:p>
            <a:pPr>
              <a:defRPr/>
            </a:pPr>
            <a:r>
              <a:rPr lang="ko-KR" altLang="en-US" sz="1000"/>
              <a:t>-본인 확인에 관한 기록 : 6개월 (근거 : 정보통신망 이용촉진 및 정보보호 등에 관한 법률)</a:t>
            </a:r>
            <a:endParaRPr lang="ko-KR" altLang="en-US" sz="1000"/>
          </a:p>
          <a:p>
            <a:pPr>
              <a:defRPr/>
            </a:pPr>
            <a:r>
              <a:rPr lang="ko-KR" altLang="en-US" sz="1000"/>
              <a:t>-(참고) 자동차 대여서비스를 위해 수집된 개인정보 및 관련 문서는 관련 법령에서 정하는 기간 동안 보관함. 법령보다 더 오래 보관할 경우 합리적으로 보유기간을 결정 (단, 사후 분쟁시 소명 필요)</a:t>
            </a:r>
            <a:endParaRPr lang="ko-KR" altLang="en-US" sz="1000"/>
          </a:p>
          <a:p>
            <a:pPr>
              <a:defRPr/>
            </a:pPr>
            <a:endParaRPr lang="ko-KR" altLang="en-US" sz="1000"/>
          </a:p>
          <a:p>
            <a:pPr>
              <a:defRPr/>
            </a:pPr>
            <a:r>
              <a:rPr lang="ko-KR" altLang="en-US" sz="1000"/>
              <a:t>[ 제3자에 대한 정보제공 ]</a:t>
            </a:r>
            <a:endParaRPr lang="ko-KR" altLang="en-US" sz="1000"/>
          </a:p>
          <a:p>
            <a:pPr>
              <a:defRPr/>
            </a:pPr>
            <a:r>
              <a:rPr lang="ko-KR" altLang="en-US" sz="1000"/>
              <a:t>당사는 이용자들의 개인정보를 "2. 개인정보의 수집 및 이용목적"에서 고지한 범위 내에서 사용하며, 이용자의 사전 동의 없이는 동 범위를 초과하여 이용하거나 원칙적으로 이용자의 개인정보를 외부에 공개하지 않습니다. 다만, 아래의 경우에는 예외로 합니다.</a:t>
            </a:r>
            <a:endParaRPr lang="ko-KR" altLang="en-US" sz="1000"/>
          </a:p>
          <a:p>
            <a:pPr>
              <a:defRPr/>
            </a:pPr>
            <a:r>
              <a:rPr lang="ko-KR" altLang="en-US" sz="1000"/>
              <a:t>- 이용자들이 사전에 공개 또는 제3자 제공에 동의한 경우</a:t>
            </a:r>
            <a:endParaRPr lang="ko-KR" altLang="en-US" sz="1000"/>
          </a:p>
          <a:p>
            <a:pPr>
              <a:defRPr/>
            </a:pPr>
            <a:r>
              <a:rPr lang="ko-KR" altLang="en-US" sz="1000"/>
              <a:t>- 법령의 규정에 의거하거나 수사, 조사 목적으로 법령에 정해진 절차와 방법에 따라 수사기관 및 감독당국의 요구가 있는 경우</a:t>
            </a:r>
            <a:endParaRPr lang="ko-KR" altLang="en-US" sz="1000"/>
          </a:p>
          <a:p>
            <a:pPr>
              <a:defRPr/>
            </a:pPr>
            <a:r>
              <a:rPr lang="ko-KR" altLang="en-US" sz="1000"/>
              <a:t>- 홈페이지에 게시한 서비스 이용약관 및 기타 회원 서비스 등의 이용약관 또는 운영원칙을 위반한 경우</a:t>
            </a:r>
            <a:endParaRPr lang="ko-KR" altLang="en-US" sz="1000"/>
          </a:p>
          <a:p>
            <a:pPr>
              <a:defRPr/>
            </a:pPr>
            <a:r>
              <a:rPr lang="ko-KR" altLang="en-US" sz="1000"/>
              <a:t>- 통계작성, 학술연구나 시장조사를 위하여 특정 개인을 식별할 수 없는 형태로 광고주, 협력업체나 연구단체 등에 제공하는 경우</a:t>
            </a:r>
            <a:endParaRPr lang="ko-KR" altLang="en-US" sz="1000"/>
          </a:p>
          <a:p>
            <a:pPr>
              <a:defRPr/>
            </a:pPr>
            <a:r>
              <a:rPr lang="ko-KR" altLang="en-US" sz="1000"/>
              <a:t>당사가 제공하는 서비스를 통하여 주문 및 결제가 이루어진 경우 상담 등 거래 당사자간 원활한 의사소통 및 배송(렌탈권, 숙박권, 책자 등)등 거래이행을 위하여 관련된 정보를 필요한 범위내에서 거래 당사자에게 제공합니다. 그 밖에 개인정보 제 3자 제공이 필요한 경우에는 합당한 절차를 통한 이용자의 동의를 얻어 제 3자에게 개인정보를 제공할 수 있습니다.</a:t>
            </a:r>
            <a:endParaRPr lang="ko-KR" altLang="en-US" sz="1000"/>
          </a:p>
          <a:p>
            <a:pPr>
              <a:defRPr/>
            </a:pPr>
            <a:r>
              <a:rPr lang="ko-KR" altLang="en-US" sz="1000"/>
              <a:t> </a:t>
            </a:r>
            <a:endParaRPr lang="ko-KR" altLang="en-US" sz="1000"/>
          </a:p>
          <a:p>
            <a:pPr>
              <a:defRPr/>
            </a:pPr>
            <a:r>
              <a:rPr lang="ko-KR" altLang="en-US" sz="1000"/>
              <a:t>제공받는자</a:t>
            </a:r>
            <a:endParaRPr lang="ko-KR" altLang="en-US" sz="1000"/>
          </a:p>
          <a:p>
            <a:pPr>
              <a:defRPr/>
            </a:pPr>
            <a:r>
              <a:rPr lang="ko-KR" altLang="en-US" sz="1000"/>
              <a:t>개인정보 항목</a:t>
            </a:r>
            <a:endParaRPr lang="ko-KR" altLang="en-US" sz="1000"/>
          </a:p>
          <a:p>
            <a:pPr>
              <a:defRPr/>
            </a:pPr>
            <a:r>
              <a:rPr lang="ko-KR" altLang="en-US" sz="1000"/>
              <a:t>개인정보 이용목적</a:t>
            </a:r>
            <a:endParaRPr lang="ko-KR" altLang="en-US" sz="1000"/>
          </a:p>
          <a:p>
            <a:pPr>
              <a:defRPr/>
            </a:pPr>
            <a:r>
              <a:rPr lang="ko-KR" altLang="en-US" sz="1000"/>
              <a:t>보유 및 이용기간</a:t>
            </a:r>
            <a:endParaRPr lang="ko-KR" altLang="en-US" sz="1000"/>
          </a:p>
          <a:p>
            <a:pPr>
              <a:defRPr/>
            </a:pPr>
            <a:r>
              <a:rPr lang="ko-KR" altLang="en-US" sz="1000"/>
              <a:t>(주)이니시스</a:t>
            </a:r>
            <a:endParaRPr lang="ko-KR" altLang="en-US" sz="1000"/>
          </a:p>
          <a:p>
            <a:pPr>
              <a:defRPr/>
            </a:pPr>
            <a:r>
              <a:rPr lang="ko-KR" altLang="en-US" sz="1000"/>
              <a:t>성명,결제금액,카드사,카드번호 등 결제에 필요한 항목</a:t>
            </a:r>
            <a:endParaRPr lang="ko-KR" altLang="en-US" sz="1000"/>
          </a:p>
          <a:p>
            <a:pPr>
              <a:defRPr/>
            </a:pPr>
            <a:r>
              <a:rPr lang="ko-KR" altLang="en-US" sz="1000"/>
              <a:t>신용카드 결제와 관련된 전자 금융거래수단 등의 결제정보</a:t>
            </a:r>
            <a:endParaRPr lang="ko-KR" altLang="en-US" sz="1000"/>
          </a:p>
          <a:p>
            <a:pPr>
              <a:defRPr/>
            </a:pPr>
            <a:r>
              <a:rPr lang="ko-KR" altLang="en-US" sz="1000"/>
              <a:t>서비스 제공 완료 후 즉시 파기(단, 관계법령상 정해진 기한동안 보존)</a:t>
            </a:r>
            <a:endParaRPr lang="ko-KR" altLang="en-US" sz="1000"/>
          </a:p>
          <a:p>
            <a:pPr>
              <a:defRPr/>
            </a:pPr>
            <a:r>
              <a:rPr lang="ko-KR" altLang="en-US" sz="1000"/>
              <a:t>본래의 수집 및 이용목적에 반하여 무분별하게 정보가 제공되지 않도록 최대한 노력하겠습니다.</a:t>
            </a:r>
            <a:endParaRPr lang="ko-KR" altLang="en-US" sz="1000"/>
          </a:p>
          <a:p>
            <a:pPr>
              <a:defRPr/>
            </a:pPr>
            <a:endParaRPr lang="ko-KR" altLang="en-US" sz="1000"/>
          </a:p>
          <a:p>
            <a:pPr>
              <a:defRPr/>
            </a:pPr>
            <a:r>
              <a:rPr lang="ko-KR" altLang="en-US" sz="1000"/>
              <a:t>3. 개인정보 열람, 정정 및 동의의 처리</a:t>
            </a:r>
            <a:endParaRPr lang="ko-KR" altLang="en-US" sz="1000"/>
          </a:p>
          <a:p>
            <a:pPr>
              <a:defRPr/>
            </a:pPr>
            <a:r>
              <a:rPr lang="ko-KR" altLang="en-US" sz="1000"/>
              <a:t>① 이용자는 언제나 본인의 개인정보의 열람 및 오류정정을 요구할 수 있습니다.</a:t>
            </a:r>
            <a:endParaRPr lang="ko-KR" altLang="en-US" sz="1000"/>
          </a:p>
          <a:p>
            <a:pPr>
              <a:defRPr/>
            </a:pPr>
            <a:r>
              <a:rPr lang="ko-KR" altLang="en-US" sz="1000"/>
              <a:t>② 당사와 관련된 타업체(제3자)에게 개인정보 제공에 대한 동의 또한 언제든지 철회하실 수 있습니다.</a:t>
            </a:r>
            <a:endParaRPr lang="ko-KR" altLang="en-US" sz="1000"/>
          </a:p>
          <a:p>
            <a:pPr>
              <a:defRPr/>
            </a:pPr>
            <a:r>
              <a:rPr lang="ko-KR" altLang="en-US" sz="1000"/>
              <a:t>③ 이용자가 제공하신 개인정보에 대한 열람 및 수정삭제를 원하시면 탐라렌트카 개인정보관리책임자에게 연락하여 주십시오. 처리후 결과를 알려드리겠습니다.  단, 법에서 정한 의무사항이 있으면 권리 행사가 제한 될 수 있습니다.</a:t>
            </a:r>
            <a:endParaRPr lang="ko-KR" altLang="en-US" sz="1000"/>
          </a:p>
          <a:p>
            <a:pPr>
              <a:defRPr/>
            </a:pPr>
            <a:endParaRPr lang="ko-KR" altLang="en-US" sz="1000"/>
          </a:p>
          <a:p>
            <a:pPr>
              <a:defRPr/>
            </a:pPr>
            <a:r>
              <a:rPr lang="ko-KR" altLang="en-US" sz="1000"/>
              <a:t>4. 개인정보의 파기에 관한 사항</a:t>
            </a:r>
            <a:endParaRPr lang="ko-KR" altLang="en-US" sz="1000"/>
          </a:p>
          <a:p>
            <a:pPr>
              <a:defRPr/>
            </a:pPr>
            <a:r>
              <a:rPr lang="ko-KR" altLang="en-US" sz="1000"/>
              <a:t>당사는 『개인정보 처리 목적』이 달성되거나 『처리 및 보유기간』이 경과한 후에는 해당 개인정보를 즉시 파기합니다.</a:t>
            </a:r>
            <a:endParaRPr lang="ko-KR" altLang="en-US" sz="1000"/>
          </a:p>
          <a:p>
            <a:pPr>
              <a:defRPr/>
            </a:pPr>
            <a:r>
              <a:rPr lang="ko-KR" altLang="en-US" sz="1000"/>
              <a:t>- 전자적 파일형태로 저장된 개인정보는 기록을 재생할 수 없는 기술적 방법을 사용하여 삭제</a:t>
            </a:r>
            <a:endParaRPr lang="ko-KR" altLang="en-US" sz="1000"/>
          </a:p>
          <a:p>
            <a:pPr>
              <a:defRPr/>
            </a:pPr>
            <a:r>
              <a:rPr lang="ko-KR" altLang="en-US" sz="1000"/>
              <a:t>- 종이에 출력된 개인정보는 분쇄기로 분쇄하거나 소각하여 파기</a:t>
            </a:r>
            <a:endParaRPr lang="ko-KR" altLang="en-US" sz="1000"/>
          </a:p>
          <a:p>
            <a:pPr>
              <a:defRPr/>
            </a:pPr>
            <a:r>
              <a:rPr lang="ko-KR" altLang="en-US" sz="1000"/>
              <a:t> </a:t>
            </a:r>
            <a:endParaRPr lang="ko-KR" altLang="en-US" sz="1000"/>
          </a:p>
          <a:p>
            <a:pPr>
              <a:defRPr/>
            </a:pPr>
            <a:r>
              <a:rPr lang="ko-KR" altLang="en-US" sz="1000"/>
              <a:t>5. 게시물</a:t>
            </a:r>
            <a:endParaRPr lang="ko-KR" altLang="en-US" sz="1000"/>
          </a:p>
          <a:p>
            <a:pPr>
              <a:defRPr/>
            </a:pPr>
            <a:r>
              <a:rPr lang="ko-KR" altLang="en-US" sz="1000"/>
              <a:t>① 당사는 귀하의 게시물을 소중하게 생각하며 변조, 훼손, 삭제되지 않도록 최선을 다하여 보호합니다.  다만 아래의 경우는 예외입니다.</a:t>
            </a:r>
            <a:endParaRPr lang="ko-KR" altLang="en-US" sz="1000"/>
          </a:p>
          <a:p>
            <a:pPr>
              <a:defRPr/>
            </a:pPr>
            <a:r>
              <a:rPr lang="ko-KR" altLang="en-US" sz="1000"/>
              <a:t>- 스팸(spam)성 게시물 (예: 행운의 편지, 8억 메일, 특정사이트 광고 등)</a:t>
            </a:r>
            <a:endParaRPr lang="ko-KR" altLang="en-US" sz="1000"/>
          </a:p>
          <a:p>
            <a:pPr>
              <a:defRPr/>
            </a:pPr>
            <a:r>
              <a:rPr lang="ko-KR" altLang="en-US" sz="1000"/>
              <a:t>- 타인을 비방할 목적으로 허위 사실을 유포하여 타인의 명예를 훼손하는 글</a:t>
            </a:r>
            <a:endParaRPr lang="ko-KR" altLang="en-US" sz="1000"/>
          </a:p>
          <a:p>
            <a:pPr>
              <a:defRPr/>
            </a:pPr>
            <a:r>
              <a:rPr lang="ko-KR" altLang="en-US" sz="1000"/>
              <a:t>- 동의 없는 타인의 신상공개, 회사의 저작권, 제3자의 저작권 등 권리를 침해하는 내용, 기타 게시판 주제와 다른 내용의 게시물</a:t>
            </a:r>
            <a:endParaRPr lang="ko-KR" altLang="en-US" sz="1000"/>
          </a:p>
          <a:p>
            <a:pPr>
              <a:defRPr/>
            </a:pPr>
            <a:r>
              <a:rPr lang="ko-KR" altLang="en-US" sz="1000"/>
              <a:t>- 회사는 바람직한 게시판 문화를 활성화하기 위하여 동의 없는 타인의 신상공개시 특정 부분을 삭제하거나 기호 등으로 수정하여 게시할 수 있습니다.</a:t>
            </a:r>
            <a:endParaRPr lang="ko-KR" altLang="en-US" sz="1000"/>
          </a:p>
          <a:p>
            <a:pPr>
              <a:defRPr/>
            </a:pPr>
            <a:r>
              <a:rPr lang="ko-KR" altLang="en-US" sz="1000"/>
              <a:t>- 다른 주제의 게시판으로 이동 가능한 내용일 경우 해당 게시물에 이동 경로를 밝혀 오해가 없도록 하고 있습니다.</a:t>
            </a:r>
            <a:endParaRPr lang="ko-KR" altLang="en-US" sz="1000"/>
          </a:p>
          <a:p>
            <a:pPr>
              <a:defRPr/>
            </a:pPr>
            <a:r>
              <a:rPr lang="ko-KR" altLang="en-US" sz="1000"/>
              <a:t>- 그 외의 경우 명시적 또는 개별적인 경고 후 삭제 조치할 수 있습니다.</a:t>
            </a:r>
            <a:endParaRPr lang="ko-KR" altLang="en-US" sz="1000"/>
          </a:p>
          <a:p>
            <a:pPr>
              <a:defRPr/>
            </a:pPr>
            <a:r>
              <a:rPr lang="ko-KR" altLang="en-US" sz="1000"/>
              <a:t>② 근본적으로 게시물에 관련된 제반 권리와 책임은 작성자 개인에게 있습니다.</a:t>
            </a:r>
            <a:endParaRPr lang="ko-KR" altLang="en-US" sz="1000"/>
          </a:p>
          <a:p>
            <a:pPr>
              <a:defRPr/>
            </a:pPr>
            <a:r>
              <a:rPr lang="ko-KR" altLang="en-US" sz="1000"/>
              <a:t>또 게시물을 통해 자발적으로 공개된 정보는 보호받기 어려우므로 정보 공개 전에 심사숙고하시기 바랍니다.</a:t>
            </a:r>
            <a:endParaRPr lang="ko-KR" altLang="en-US" sz="1000"/>
          </a:p>
          <a:p>
            <a:pPr>
              <a:defRPr/>
            </a:pPr>
            <a:r>
              <a:rPr lang="ko-KR" altLang="en-US" sz="1000"/>
              <a:t> </a:t>
            </a:r>
            <a:endParaRPr lang="ko-KR" altLang="en-US" sz="1000"/>
          </a:p>
          <a:p>
            <a:pPr>
              <a:defRPr/>
            </a:pPr>
            <a:r>
              <a:rPr lang="ko-KR" altLang="en-US" sz="1000"/>
              <a:t>6. 이용자 자신의 개인정보 관리에 관한 사항</a:t>
            </a:r>
            <a:endParaRPr lang="ko-KR" altLang="en-US" sz="1000"/>
          </a:p>
          <a:p>
            <a:pPr>
              <a:defRPr/>
            </a:pPr>
            <a:r>
              <a:rPr lang="ko-KR" altLang="en-US" sz="1000"/>
              <a:t>이용자는 언제든지 등록되어 있는 자신의 개인정보를 조회하거나 수정 요청 할 수 있습니다. 삭제를 원하시는 경우 삭제요청 할 수 있습니다. 만 14세 미만 아동의 경우 법정대리인이 아동의 개인정보를 조회하거나 수정할 권리, 수집 및 이용동의를 철회할 권리를 가집니다.</a:t>
            </a:r>
            <a:endParaRPr lang="ko-KR" altLang="en-US" sz="1000"/>
          </a:p>
          <a:p>
            <a:pPr>
              <a:defRPr/>
            </a:pPr>
            <a:r>
              <a:rPr lang="ko-KR" altLang="en-US" sz="1000"/>
              <a:t> </a:t>
            </a:r>
            <a:endParaRPr lang="ko-KR" altLang="en-US" sz="1000"/>
          </a:p>
          <a:p>
            <a:pPr>
              <a:defRPr/>
            </a:pPr>
            <a:r>
              <a:rPr lang="ko-KR" altLang="en-US" sz="1000"/>
              <a:t>7. 개인정보의 안전성 확보조치</a:t>
            </a:r>
            <a:endParaRPr lang="ko-KR" altLang="en-US" sz="1000"/>
          </a:p>
          <a:p>
            <a:pPr>
              <a:defRPr/>
            </a:pPr>
            <a:r>
              <a:rPr lang="ko-KR" altLang="en-US" sz="1000"/>
              <a:t>이용자께서 보내시는 모든 정보는 방화벽 등 보안시스템에 안전하게 관리되고 있습니다. 또한  당사는 이용자의 개인정보보호를 위한 관리적 대책으로서 개인정보에 대한 접근 권한을 차등부여하고 있고, 이용자의 개인정보를 취급하는 인원을 최소한으로 제한하여 지속적인 보안교육을 실시하고 있습니다. 또한 개인정보를 처리하는 시스템의 사용자를 지정하여 로그 기록을 보관하고 있습니다. 개인정보 취급자의 최소화 및 교육 회사는 회사의 개인정보 취급자를 최소한으로 제한하며, 개인정보 취급자에 대한 교육 등 관리적 조치를 통해 개인정보보호의 중요성을 인식시키고 있습니다.</a:t>
            </a:r>
            <a:endParaRPr lang="ko-KR" altLang="en-US" sz="1000"/>
          </a:p>
          <a:p>
            <a:pPr>
              <a:defRPr/>
            </a:pPr>
            <a:endParaRPr lang="ko-KR" altLang="en-US" sz="1000"/>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theme/theme1.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한컴오피스">
  <a:themeElements>
    <a:clrScheme name="한컴오피스">
      <a:dk1>
        <a:sysClr val="windowText" lastClr="000000"/>
      </a:dk1>
      <a:lt1>
        <a:sysClr val="window" lastClr="ffffff"/>
      </a:lt1>
      <a:dk2>
        <a:srgbClr val="3a3c84"/>
      </a:dk2>
      <a:lt2>
        <a:srgbClr val="faf3db"/>
      </a:lt2>
      <a:accent1>
        <a:srgbClr val="6182d6"/>
      </a:accent1>
      <a:accent2>
        <a:srgbClr val="ff843a"/>
      </a:accent2>
      <a:accent3>
        <a:srgbClr val="b2b2b2"/>
      </a:accent3>
      <a:accent4>
        <a:srgbClr val="ffd700"/>
      </a:accent4>
      <a:accent5>
        <a:srgbClr val="289b6e"/>
      </a:accent5>
      <a:accent6>
        <a:srgbClr val="9d5cbb"/>
      </a:accent6>
      <a:hlink>
        <a:srgbClr val="0000ff"/>
      </a:hlink>
      <a:folHlink>
        <a:srgbClr val="800080"/>
      </a:folHlink>
    </a:clrScheme>
    <a:fontScheme name="한컴오피스">
      <a:majorFont>
        <a:latin typeface="Calibri"/>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한컴오피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12700" cap="flat" cmpd="sng" algn="ctr">
          <a:solidFill>
            <a:schemeClr val="phClr">
              <a:satMod val="105000"/>
            </a:scheme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75000"/>
              </a:srgbClr>
            </a:outerShdw>
          </a:effectLst>
        </a:effectStyle>
        <a:effectStyle>
          <a:effectLst>
            <a:outerShdw blurRad="38100" dist="25400" dir="5400000" rotWithShape="0">
              <a:srgbClr val="000000">
                <a:alpha val="75000"/>
              </a:srgbClr>
            </a:outerShdw>
          </a:effectLst>
        </a:effectStyle>
        <a:effectStyle>
          <a:effectLst>
            <a:reflection blurRad="12700" stA="26000" endPos="28000" dist="38100" dir="5400000" sy="-100000" rotWithShape="0"/>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한컴오피스">
  <a:themeElements>
    <a:clrScheme name="한컴오피스">
      <a:dk1>
        <a:sysClr val="windowText" lastClr="000000"/>
      </a:dk1>
      <a:lt1>
        <a:sysClr val="window" lastClr="ffffff"/>
      </a:lt1>
      <a:dk2>
        <a:srgbClr val="3a3c84"/>
      </a:dk2>
      <a:lt2>
        <a:srgbClr val="faf3db"/>
      </a:lt2>
      <a:accent1>
        <a:srgbClr val="6182d6"/>
      </a:accent1>
      <a:accent2>
        <a:srgbClr val="ff843a"/>
      </a:accent2>
      <a:accent3>
        <a:srgbClr val="b2b2b2"/>
      </a:accent3>
      <a:accent4>
        <a:srgbClr val="ffd700"/>
      </a:accent4>
      <a:accent5>
        <a:srgbClr val="289b6e"/>
      </a:accent5>
      <a:accent6>
        <a:srgbClr val="9d5cbb"/>
      </a:accent6>
      <a:hlink>
        <a:srgbClr val="0000ff"/>
      </a:hlink>
      <a:folHlink>
        <a:srgbClr val="800080"/>
      </a:folHlink>
    </a:clrScheme>
    <a:fontScheme name="한컴오피스">
      <a:majorFont>
        <a:latin typeface="Calibri"/>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한컴오피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12700" cap="flat" cmpd="sng" algn="ctr">
          <a:solidFill>
            <a:schemeClr val="phClr">
              <a:satMod val="105000"/>
            </a:scheme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75000"/>
              </a:srgbClr>
            </a:outerShdw>
          </a:effectLst>
        </a:effectStyle>
        <a:effectStyle>
          <a:effectLst>
            <a:outerShdw blurRad="38100" dist="25400" dir="5400000" rotWithShape="0">
              <a:srgbClr val="000000">
                <a:alpha val="75000"/>
              </a:srgbClr>
            </a:outerShdw>
          </a:effectLst>
        </a:effectStyle>
        <a:effectStyle>
          <a:effectLst>
            <a:reflection blurRad="12700" stA="26000" endPos="28000" dist="38100" dir="5400000" sy="-100000" rotWithShape="0"/>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ep:Properties xmlns:r="http://schemas.openxmlformats.org/officeDocument/2006/relationships" xmlns:ep="http://schemas.openxmlformats.org/officeDocument/2006/extended-properties" xmlns:vt="http://schemas.openxmlformats.org/officeDocument/2006/docPropsVTypes">
  <ep:Manager/>
  <ep:Company/>
  <ep:Words>884</ep:Words>
  <ep:PresentationFormat>사용자 지정</ep:PresentationFormat>
  <ep:Paragraphs>80</ep:Paragraphs>
  <ep:Slides>1</ep:Slides>
  <ep:Notes>0</ep:Notes>
  <ep:TotalTime>0</ep:TotalTime>
  <ep:HiddenSlides>0</ep:HiddenSlides>
  <ep:MMClips>0</ep:MMClips>
  <ep:HeadingPairs>
    <vt:vector size="4" baseType="variant">
      <vt:variant>
        <vt:lpstr>테마</vt:lpstr>
      </vt:variant>
      <vt:variant>
        <vt:i4>1</vt:i4>
      </vt:variant>
      <vt:variant>
        <vt:lpstr>슬라이드 제목</vt:lpstr>
      </vt:variant>
      <vt:variant>
        <vt:i4>1</vt:i4>
      </vt:variant>
    </vt:vector>
  </ep:HeadingPairs>
  <ep:TitlesOfParts>
    <vt:vector size="2" baseType="lpstr">
      <vt:lpstr>한컴오피스</vt:lpstr>
      <vt:lpstr>슬라이드 1</vt:lpstr>
    </vt:vector>
  </ep:TitlesOfParts>
  <ep:HyperlinkBase/>
  <ep:Application>Show</ep:Application>
  <ep:AppVersion>12.0000</ep:AppVersion>
</ep:Properties>
</file>

<file path=docProps/core.xml><?xml version="1.0" encoding="utf-8"?>
<cp:coreProperties xmlns:r="http://schemas.openxmlformats.org/officeDocument/2006/relationships" xmlns:cp="http://schemas.openxmlformats.org/package/2006/metadata/core-properties" xmlns:dc="http://purl.org/dc/elements/1.1/" xmlns:dcterms="http://purl.org/dc/terms/" xmlns:dcmitype="http://purl.org/dc/dcmitype/" xmlns:xsi="http://www.w3.org/2001/XMLSchema-instance">
  <dcterms:created xsi:type="dcterms:W3CDTF">2021-05-04T04:50:36.726</dcterms:created>
  <dc:creator>LEEYUNKYUNG</dc:creator>
  <cp:lastModifiedBy>LEEYUNKYUNG</cp:lastModifiedBy>
  <dcterms:modified xsi:type="dcterms:W3CDTF">2021-05-04T05:58:58.941</dcterms:modified>
  <cp:revision>16</cp:revision>
  <cp:version>1100.0100.01</cp:version>
</cp:coreProperties>
</file>

<file path=docProps/custom.xml><?xml version="1.0" encoding="utf-8"?>
<cfp:Properties xmlns:r="http://schemas.openxmlformats.org/officeDocument/2006/relationships" xmlns:cfp="http://schemas.openxmlformats.org/officeDocument/2006/custom-properties" xmlns:vt="http://schemas.openxmlformats.org/officeDocument/2006/docPropsVTypes"/>
</file>