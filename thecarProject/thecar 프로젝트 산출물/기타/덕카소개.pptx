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913" r:id="rId1"/>
  </p:sldMasterIdLst>
  <p:notesMasterIdLst>
    <p:notesMasterId r:id="rId2"/>
  </p:notesMasterIdLst>
  <p:sldIdLst>
    <p:sldId id="256" r:id="rId3"/>
  </p:sldIdLst>
  <p:sldSz cx="10477500" cy="1476375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4429"/>
    <p:restoredTop sz="90000"/>
  </p:normalViewPr>
  <p:slideViewPr>
    <p:cSldViewPr snapToGrid="0" snapToObjects="1">
      <p:cViewPr>
        <p:scale>
          <a:sx n="40" d="100"/>
          <a:sy n="40" d="100"/>
        </p:scale>
        <p:origin x="-3786" y="42"/>
      </p:cViewPr>
      <p:guideLst>
        <p:guide orient="horz" pos="4648"/>
        <p:guide pos="3299"/>
      </p:guideLst>
    </p:cSldViewPr>
  </p:slideViewPr>
  <p:notesTextViewPr>
    <p:cViewPr>
      <p:scale>
        <a:sx n="10" d="100"/>
        <a:sy n="10" d="100"/>
      </p:scale>
      <p:origin x="0" y="0"/>
    </p:cViewPr>
  </p:notesTextViewPr>
  <p:gridSpacing cx="72010" cy="7201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presProps" Target="presProps.xml"  /><Relationship Id="rId5" Type="http://schemas.openxmlformats.org/officeDocument/2006/relationships/viewProps" Target="viewProps.xml"  /><Relationship Id="rId6" Type="http://schemas.openxmlformats.org/officeDocument/2006/relationships/theme" Target="theme/theme1.xml"  /><Relationship Id="rId7" Type="http://schemas.openxmlformats.org/officeDocument/2006/relationships/tableStyles" Target="tableStyle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2021-05-04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212258" y="685800"/>
            <a:ext cx="2433484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212975" y="685800"/>
            <a:ext cx="24320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85811" y="4586331"/>
            <a:ext cx="8905874" cy="3164637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71624" y="8366125"/>
            <a:ext cx="7334249" cy="377295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40A130E-E3B8-4EBE-931F-81B26B8448AA}" type="datetime1">
              <a:rPr lang="ko-KR" altLang="en-US"/>
              <a:pPr lvl="0">
                <a:defRPr/>
              </a:pPr>
              <a:t>2021-05-04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00C6A38-4290-41DD-B95C-4155372FD4A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953836A-82A3-4C8B-9D31-CD724F3673ED}" type="datetime1">
              <a:rPr lang="ko-KR" altLang="en-US"/>
              <a:pPr lvl="0">
                <a:defRPr/>
              </a:pPr>
              <a:t>2021-05-04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D2EBAF6-36D0-4DD8-B695-D4C1B37E35D6}" type="datetime1">
              <a:rPr lang="ko-KR" altLang="en-US"/>
              <a:pPr lvl="0">
                <a:defRPr/>
              </a:pPr>
              <a:t>2021-05-04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27649" y="9487077"/>
            <a:ext cx="8905874" cy="293224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27649" y="6257507"/>
            <a:ext cx="8905874" cy="322956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0728D28-603B-4EFC-80F8-17E5E9107035}" type="datetime1">
              <a:rPr lang="ko-KR" altLang="en-US"/>
              <a:pPr lvl="0">
                <a:defRPr/>
              </a:pPr>
              <a:t>2021-05-04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2개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23874" y="3444875"/>
            <a:ext cx="4627562" cy="974339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326062" y="3444875"/>
            <a:ext cx="4627562" cy="974339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27A1F4E-0809-4239-8034-C38E431DAF92}" type="datetime1">
              <a:rPr lang="ko-KR" altLang="en-US"/>
              <a:pPr lvl="0">
                <a:defRPr/>
              </a:pPr>
              <a:t>2021-05-04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E0DA496-7307-4E8B-88DE-CB97B48BAB6F}" type="datetime1">
              <a:rPr lang="ko-KR" altLang="en-US"/>
              <a:pPr lvl="0">
                <a:defRPr/>
              </a:pPr>
              <a:t>2021-05-04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522531" y="3537149"/>
            <a:ext cx="9429749" cy="974175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>
              <a:defRPr/>
            </a:pPr>
            <a:r>
              <a:rPr lang="ko-KR" altLang="en-US"/>
              <a:t>표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8721E90-850C-410B-8B89-8394F580CFDA}" type="datetime1">
              <a:rPr lang="ko-KR" altLang="en-US"/>
              <a:pPr lvl="0">
                <a:defRPr/>
              </a:pPr>
              <a:t>2021-05-04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523874" y="3444875"/>
            <a:ext cx="4627562" cy="47275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5326062" y="3444875"/>
            <a:ext cx="4627562" cy="47275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522531" y="8577141"/>
            <a:ext cx="4627562" cy="47275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324718" y="8577141"/>
            <a:ext cx="4627562" cy="47275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2021-05-04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53662" y="10334625"/>
            <a:ext cx="6286499" cy="1220061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053662" y="1319168"/>
            <a:ext cx="6286499" cy="8858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 lang="ko-KR" altLang="en-US"/>
              <a:t>그림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053662" y="11554686"/>
            <a:ext cx="6286499" cy="173268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2021-05-04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간지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4586331"/>
            <a:ext cx="10477500" cy="3164637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A348888-F454-4AD2-BA62-3AF29D9807C0}" type="datetime1">
              <a:rPr lang="ko-KR" altLang="en-US"/>
              <a:pPr lvl="0">
                <a:defRPr/>
              </a:pPr>
              <a:t>2021-05-04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3874" y="591234"/>
            <a:ext cx="9429749" cy="2460625"/>
          </a:xfrm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455644" y="4767462"/>
            <a:ext cx="5566190" cy="692050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>
              <a:defRPr/>
            </a:pPr>
            <a:r>
              <a:rPr lang="ko-KR" altLang="en-US"/>
              <a:t>첫째 목차</a:t>
            </a:r>
          </a:p>
          <a:p>
            <a:pPr lvl="0">
              <a:defRPr/>
            </a:pPr>
            <a:r>
              <a:rPr lang="ko-KR" altLang="en-US"/>
              <a:t>둘째 목차</a:t>
            </a:r>
          </a:p>
          <a:p>
            <a:pPr lvl="0">
              <a:defRPr/>
            </a:pPr>
            <a:r>
              <a:rPr lang="ko-KR" altLang="en-US"/>
              <a:t>셋째 목차</a:t>
            </a:r>
          </a:p>
          <a:p>
            <a:pPr lvl="0">
              <a:defRPr/>
            </a:pPr>
            <a:r>
              <a:rPr lang="ko-KR" altLang="en-US"/>
              <a:t>넷째 목차</a:t>
            </a:r>
          </a:p>
          <a:p>
            <a:pPr lvl="0">
              <a:defRPr/>
            </a:pPr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6FEC12-A4C9-4837-AF94-AD867782C04C}" type="datetime1">
              <a:rPr lang="ko-KR" altLang="en-US"/>
              <a:pPr lvl="0">
                <a:defRPr/>
              </a:pPr>
              <a:t>2021-05-04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596187" y="591234"/>
            <a:ext cx="2357436" cy="12597033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23874" y="591234"/>
            <a:ext cx="6897687" cy="12597033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7F84A3-4F29-4053-ACFD-1BAF2D3F140C}" type="datetime1">
              <a:rPr lang="ko-KR" altLang="en-US"/>
              <a:pPr lvl="0">
                <a:defRPr/>
              </a:pPr>
              <a:t>2021-05-04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953836A-82A3-4C8B-9D31-CD724F3673ED}" type="datetime1">
              <a:rPr lang="ko-KR" altLang="en-US"/>
              <a:pPr lvl="0">
                <a:defRPr/>
              </a:pPr>
              <a:t>2021-05-04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slideLayout" Target="../slideLayouts/slideLayout13.xml"  /><Relationship Id="rId14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한컴오피스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3874" y="591234"/>
            <a:ext cx="9429749" cy="246062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23874" y="3444875"/>
            <a:ext cx="9429749" cy="974339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23874" y="13683809"/>
            <a:ext cx="2444749" cy="786033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422D86A-5F52-4165-8473-F1B836277586}" type="datetime1">
              <a:rPr lang="ko-KR" altLang="en-US"/>
              <a:pPr lvl="0">
                <a:defRPr/>
              </a:pPr>
              <a:t>2021-05-04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579811" y="13683809"/>
            <a:ext cx="3317874" cy="786033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508874" y="13683809"/>
            <a:ext cx="2444749" cy="786033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2" r:id="rId3"/>
    <p:sldLayoutId id="2147483903" r:id="rId4"/>
    <p:sldLayoutId id="2147483904" r:id="rId5"/>
    <p:sldLayoutId id="2147483905" r:id="rId6"/>
    <p:sldLayoutId id="2147483906" r:id="rId7"/>
    <p:sldLayoutId id="2147483907" r:id="rId8"/>
    <p:sldLayoutId id="2147483908" r:id="rId9"/>
    <p:sldLayoutId id="2147483909" r:id="rId10"/>
    <p:sldLayoutId id="2147483910" r:id="rId11"/>
    <p:sldLayoutId id="2147483911" r:id="rId12"/>
    <p:sldLayoutId id="2147483912" r:id="rId13"/>
  </p:sldLayoutIdLst>
  <p:transition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jpeg"  /><Relationship Id="rId4" Type="http://schemas.openxmlformats.org/officeDocument/2006/relationships/image" Target="../media/image2.jpe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0477500" cy="1476375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0" y="0"/>
            <a:ext cx="10477500" cy="7215868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7239000" cy="7239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70071" y="1255938"/>
            <a:ext cx="4626428" cy="1202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7300" b="1">
                <a:latin typeface="한컴 쿨재즈 B"/>
              </a:rPr>
              <a:t>德</a:t>
            </a:r>
            <a:r>
              <a:rPr lang="en-US" altLang="ko-KR" sz="7300" b="1">
                <a:latin typeface="한컴 쿨재즈 B"/>
                <a:ea typeface="한컴 쿨재즈 B"/>
              </a:rPr>
              <a:t>(</a:t>
            </a:r>
            <a:r>
              <a:rPr lang="ko-KR" altLang="en-US" sz="7300" b="1">
                <a:latin typeface="한컴 쿨재즈 B"/>
                <a:ea typeface="한컴 쿨재즈 B"/>
              </a:rPr>
              <a:t>덕</a:t>
            </a:r>
            <a:r>
              <a:rPr lang="en-US" altLang="ko-KR" sz="7300" b="1">
                <a:latin typeface="한컴 쿨재즈 B"/>
                <a:ea typeface="한컴 쿨재즈 B"/>
              </a:rPr>
              <a:t>) </a:t>
            </a:r>
            <a:r>
              <a:rPr lang="ko-KR" altLang="en-US" sz="7300" b="1">
                <a:latin typeface="한컴 쿨재즈 B"/>
                <a:ea typeface="한컴 쿨재즈 B"/>
              </a:rPr>
              <a:t>카</a:t>
            </a:r>
            <a:endParaRPr lang="ko-KR" altLang="en-US" sz="7300" b="1">
              <a:latin typeface="한컴 쿨재즈 B"/>
              <a:ea typeface="한컴 쿨재즈 B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19999" y="2866208"/>
            <a:ext cx="3435802" cy="753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400">
                <a:latin typeface="Segoe Script"/>
                <a:ea typeface="한컴 쿨재즈 B"/>
              </a:rPr>
              <a:t>the Car</a:t>
            </a:r>
            <a:endParaRPr lang="en-US" altLang="ko-KR" sz="4400">
              <a:latin typeface="Segoe Script"/>
              <a:ea typeface="한컴 쿨재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0" y="9585324"/>
          <a:ext cx="10466705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2650"/>
                <a:gridCol w="8314055"/>
              </a:tblGrid>
              <a:tr h="457200">
                <a:tc>
                  <a:txBody>
                    <a:bodyPr vert="horz" lIns="91440" tIns="0" rIns="91440" bIns="45720" anchor="ctr" anchorCtr="0"/>
                    <a:p>
                      <a:pPr lvl="0">
                        <a:defRPr/>
                      </a:pPr>
                      <a:r>
                        <a:rPr lang="en-US" altLang="ko-KR" sz="2400" b="1">
                          <a:solidFill>
                            <a:schemeClr val="bg1"/>
                          </a:solidFill>
                        </a:rPr>
                        <a:t>T</a:t>
                      </a:r>
                      <a:r>
                        <a:rPr lang="en-US" altLang="ko-KR" sz="2400"/>
                        <a:t>RUST </a:t>
                      </a:r>
                      <a:endParaRPr lang="en-US" altLang="ko-KR" sz="2400"/>
                    </a:p>
                  </a:txBody>
                  <a:tcPr marL="91440" marR="91440" marT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 vert="horz" lIns="91440" tIns="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/>
                        <a:t>신뢰할 수 있는 회사가 되겠습니다</a:t>
                      </a:r>
                      <a:r>
                        <a:rPr lang="en-US" altLang="ko-KR"/>
                        <a:t>.</a:t>
                      </a:r>
                      <a:endParaRPr lang="ko-KR" altLang="en-US"/>
                    </a:p>
                  </a:txBody>
                  <a:tcPr marL="91440" marR="91440" marT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 vert="horz" lIns="91440" tIns="0" rIns="91440" bIns="45720" anchor="ctr" anchorCtr="0"/>
                    <a:p>
                      <a:pPr lvl="0">
                        <a:defRPr/>
                      </a:pPr>
                      <a:r>
                        <a:rPr lang="en-US" altLang="ko-KR" sz="2400" b="1">
                          <a:solidFill>
                            <a:schemeClr val="bg1"/>
                          </a:solidFill>
                        </a:rPr>
                        <a:t>H</a:t>
                      </a:r>
                      <a:r>
                        <a:rPr lang="en-US" altLang="ko-KR" sz="2400"/>
                        <a:t>ONESTY</a:t>
                      </a:r>
                      <a:endParaRPr lang="en-US" altLang="ko-KR" sz="2400"/>
                    </a:p>
                  </a:txBody>
                  <a:tcPr marL="91440" marR="91440" marT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 vert="horz" lIns="91440" tIns="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/>
                        <a:t>고객과의 약속을 지키겠습니다</a:t>
                      </a:r>
                      <a:r>
                        <a:rPr lang="en-US" altLang="ko-KR"/>
                        <a:t>.</a:t>
                      </a:r>
                      <a:endParaRPr lang="ko-KR" altLang="en-US"/>
                    </a:p>
                  </a:txBody>
                  <a:tcPr marL="91440" marR="91440" marT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 vert="horz" lIns="91440" tIns="0" rIns="91440" bIns="45720" anchor="ctr" anchorCtr="0"/>
                    <a:p>
                      <a:pPr lvl="0">
                        <a:defRPr/>
                      </a:pPr>
                      <a:r>
                        <a:rPr lang="en-US" altLang="ko-KR" sz="2400" b="1">
                          <a:solidFill>
                            <a:schemeClr val="bg1"/>
                          </a:solidFill>
                        </a:rPr>
                        <a:t>E</a:t>
                      </a:r>
                      <a:r>
                        <a:rPr lang="en-US" altLang="ko-KR" sz="2400"/>
                        <a:t>FFICIENCY</a:t>
                      </a:r>
                      <a:endParaRPr lang="en-US" altLang="ko-KR" sz="2400"/>
                    </a:p>
                  </a:txBody>
                  <a:tcPr marL="91440" marR="91440" marT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 vert="horz" lIns="91440" tIns="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/>
                        <a:t>합리적인 가격을 약속하겠습니다</a:t>
                      </a:r>
                      <a:r>
                        <a:rPr lang="en-US" altLang="ko-KR"/>
                        <a:t>.</a:t>
                      </a:r>
                      <a:endParaRPr lang="ko-KR" altLang="en-US"/>
                    </a:p>
                  </a:txBody>
                  <a:tcPr marL="91440" marR="91440" marT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 vert="horz" lIns="91440" tIns="0" rIns="91440" bIns="45720" anchor="ctr" anchorCtr="0"/>
                    <a:p>
                      <a:pPr lvl="0">
                        <a:defRPr/>
                      </a:pPr>
                      <a:r>
                        <a:rPr lang="en-US" altLang="ko-KR" sz="2400" b="1">
                          <a:solidFill>
                            <a:schemeClr val="bg1"/>
                          </a:solidFill>
                        </a:rPr>
                        <a:t>C</a:t>
                      </a:r>
                      <a:r>
                        <a:rPr lang="en-US" altLang="ko-KR" sz="2400"/>
                        <a:t>REATIVITY</a:t>
                      </a:r>
                      <a:endParaRPr lang="en-US" altLang="ko-KR" sz="2400"/>
                    </a:p>
                  </a:txBody>
                  <a:tcPr marL="91440" marR="91440" marT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 vert="horz" lIns="91440" tIns="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/>
                        <a:t>차별화된 서비스를 제공하겠습니다</a:t>
                      </a:r>
                      <a:r>
                        <a:rPr lang="en-US" altLang="ko-KR"/>
                        <a:t>.</a:t>
                      </a:r>
                      <a:endParaRPr lang="ko-KR" altLang="en-US"/>
                    </a:p>
                  </a:txBody>
                  <a:tcPr marL="91440" marR="91440" marT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 vert="horz" lIns="91440" tIns="0" rIns="91440" bIns="45720" anchor="ctr" anchorCtr="0"/>
                    <a:p>
                      <a:pPr lvl="0">
                        <a:defRPr/>
                      </a:pPr>
                      <a:r>
                        <a:rPr lang="en-US" altLang="ko-KR" sz="2400" b="1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ko-KR" sz="2400"/>
                        <a:t>LWAYS</a:t>
                      </a:r>
                      <a:endParaRPr lang="en-US" altLang="ko-KR" sz="2400"/>
                    </a:p>
                  </a:txBody>
                  <a:tcPr marL="91440" marR="91440" marT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 vert="horz" lIns="91440" tIns="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/>
                        <a:t>언제나 한결같은 마음으로 고객님을 모시겠습니다</a:t>
                      </a:r>
                      <a:r>
                        <a:rPr lang="en-US" altLang="ko-KR"/>
                        <a:t>.</a:t>
                      </a:r>
                      <a:endParaRPr lang="ko-KR" altLang="en-US"/>
                    </a:p>
                  </a:txBody>
                  <a:tcPr marL="91440" marR="91440" marT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 vert="horz" lIns="91440" tIns="0" rIns="91440" bIns="45720" anchor="ctr" anchorCtr="0"/>
                    <a:p>
                      <a:pPr lvl="0">
                        <a:defRPr/>
                      </a:pPr>
                      <a:r>
                        <a:rPr lang="en-US" altLang="ko-KR" sz="2400" b="1">
                          <a:solidFill>
                            <a:schemeClr val="bg1"/>
                          </a:solidFill>
                        </a:rPr>
                        <a:t>R</a:t>
                      </a:r>
                      <a:r>
                        <a:rPr lang="en-US" altLang="ko-KR" sz="2400"/>
                        <a:t>ELAX</a:t>
                      </a:r>
                      <a:endParaRPr lang="en-US" altLang="ko-KR" sz="2400"/>
                    </a:p>
                  </a:txBody>
                  <a:tcPr marL="91440" marR="91440" marT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 vert="horz" lIns="91440" tIns="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/>
                        <a:t>편안하고 차별화된 서비스를 제공하겠습니다</a:t>
                      </a:r>
                      <a:r>
                        <a:rPr lang="en-US" altLang="ko-KR"/>
                        <a:t>.</a:t>
                      </a:r>
                      <a:endParaRPr lang="ko-KR" altLang="en-US"/>
                    </a:p>
                  </a:txBody>
                  <a:tcPr marL="91440" marR="91440" marT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0" y="6728505"/>
            <a:ext cx="10477500" cy="2847974"/>
          </a:xfrm>
          <a:prstGeom prst="rect">
            <a:avLst/>
          </a:prstGeom>
          <a:solidFill>
            <a:srgbClr val="3a3c84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>
                <a:solidFill>
                  <a:schemeClr val="lt1"/>
                </a:solidFill>
                <a:latin typeface="Segoe Script"/>
              </a:rPr>
              <a:t>        </a:t>
            </a:r>
            <a:r>
              <a:rPr lang="ko-KR" altLang="en-US" sz="2500" b="1" u="sng">
                <a:solidFill>
                  <a:schemeClr val="lt1"/>
                </a:solidFill>
                <a:latin typeface="Segoe Script"/>
              </a:rPr>
              <a:t>그 이상의 고객 감동으로 행복하고 편안한 여행을 약속드립니다</a:t>
            </a:r>
            <a:r>
              <a:rPr lang="en-US" altLang="ko-KR" sz="2500" b="1" u="sng">
                <a:solidFill>
                  <a:schemeClr val="lt1"/>
                </a:solidFill>
                <a:latin typeface="Segoe Script"/>
              </a:rPr>
              <a:t>.</a:t>
            </a:r>
            <a:endParaRPr lang="en-US" altLang="ko-KR" sz="2500" b="1" u="sng">
              <a:solidFill>
                <a:schemeClr val="lt1"/>
              </a:solidFill>
              <a:latin typeface="Segoe Script"/>
            </a:endParaRPr>
          </a:p>
          <a:p>
            <a:pPr>
              <a:defRPr/>
            </a:pPr>
            <a:endParaRPr lang="en-US" altLang="ko-KR">
              <a:solidFill>
                <a:schemeClr val="lt1"/>
              </a:solidFill>
              <a:latin typeface="Segoe Script"/>
            </a:endParaRPr>
          </a:p>
          <a:p>
            <a:pPr>
              <a:defRPr/>
            </a:pPr>
            <a:r>
              <a:rPr lang="ko-KR" altLang="en-US">
                <a:solidFill>
                  <a:schemeClr val="lt1"/>
                </a:solidFill>
                <a:latin typeface="Segoe Script"/>
              </a:rPr>
              <a:t>        </a:t>
            </a:r>
            <a:r>
              <a:rPr lang="ko-KR" altLang="en-US" sz="2000">
                <a:solidFill>
                  <a:schemeClr val="lt1"/>
                </a:solidFill>
                <a:latin typeface="Segoe Script"/>
              </a:rPr>
              <a:t>저희 </a:t>
            </a:r>
            <a:r>
              <a:rPr lang="en-US" altLang="ko-KR" sz="2000">
                <a:solidFill>
                  <a:schemeClr val="lt1"/>
                </a:solidFill>
                <a:latin typeface="Segoe Script"/>
              </a:rPr>
              <a:t>(</a:t>
            </a:r>
            <a:r>
              <a:rPr lang="ko-KR" altLang="en-US" sz="2000">
                <a:solidFill>
                  <a:schemeClr val="lt1"/>
                </a:solidFill>
                <a:latin typeface="Segoe Script"/>
              </a:rPr>
              <a:t>주</a:t>
            </a:r>
            <a:r>
              <a:rPr lang="en-US" altLang="ko-KR" sz="2000">
                <a:solidFill>
                  <a:schemeClr val="lt1"/>
                </a:solidFill>
                <a:latin typeface="Segoe Script"/>
              </a:rPr>
              <a:t>)</a:t>
            </a:r>
            <a:r>
              <a:rPr lang="ko-KR" altLang="en-US" sz="2000">
                <a:solidFill>
                  <a:schemeClr val="lt1"/>
                </a:solidFill>
                <a:latin typeface="Segoe Script"/>
              </a:rPr>
              <a:t>덕카는</a:t>
            </a:r>
            <a:endParaRPr lang="ko-KR" altLang="en-US" sz="2000">
              <a:solidFill>
                <a:schemeClr val="lt1"/>
              </a:solidFill>
              <a:latin typeface="Segoe Script"/>
            </a:endParaRPr>
          </a:p>
          <a:p>
            <a:pPr>
              <a:defRPr/>
            </a:pPr>
            <a:r>
              <a:rPr lang="ko-KR" altLang="en-US" sz="2000">
                <a:solidFill>
                  <a:schemeClr val="lt1"/>
                </a:solidFill>
                <a:latin typeface="Segoe Script"/>
              </a:rPr>
              <a:t>       제주국제공항에서 가장 가까운 곳에 위치하고 있으며</a:t>
            </a:r>
            <a:endParaRPr lang="ko-KR" altLang="en-US" sz="2000">
              <a:solidFill>
                <a:schemeClr val="lt1"/>
              </a:solidFill>
              <a:latin typeface="Segoe Script"/>
            </a:endParaRPr>
          </a:p>
          <a:p>
            <a:pPr>
              <a:defRPr/>
            </a:pPr>
            <a:r>
              <a:rPr lang="ko-KR" altLang="en-US" sz="2000">
                <a:solidFill>
                  <a:schemeClr val="lt1"/>
                </a:solidFill>
                <a:latin typeface="Segoe Script"/>
              </a:rPr>
              <a:t>       자동차 대여업 노하우로 차별화된 최고의 서비스와</a:t>
            </a:r>
            <a:endParaRPr lang="ko-KR" altLang="en-US" sz="2000">
              <a:solidFill>
                <a:schemeClr val="lt1"/>
              </a:solidFill>
              <a:latin typeface="Segoe Script"/>
            </a:endParaRPr>
          </a:p>
          <a:p>
            <a:pPr>
              <a:defRPr/>
            </a:pPr>
            <a:r>
              <a:rPr lang="ko-KR" altLang="en-US" sz="2000">
                <a:solidFill>
                  <a:schemeClr val="lt1"/>
                </a:solidFill>
                <a:latin typeface="Segoe Script"/>
              </a:rPr>
              <a:t>       다양한 최신 차량으로 고객 감동을 전하는 기업입니다</a:t>
            </a:r>
            <a:r>
              <a:rPr lang="en-US" altLang="ko-KR" sz="2000">
                <a:solidFill>
                  <a:schemeClr val="lt1"/>
                </a:solidFill>
                <a:latin typeface="Segoe Script"/>
              </a:rPr>
              <a:t>.</a:t>
            </a:r>
            <a:endParaRPr lang="en-US" altLang="ko-KR" sz="2000">
              <a:solidFill>
                <a:schemeClr val="lt1"/>
              </a:solidFill>
              <a:latin typeface="Segoe Script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0" y="12328524"/>
            <a:ext cx="10477500" cy="2435226"/>
          </a:xfrm>
          <a:prstGeom prst="rect">
            <a:avLst/>
          </a:prstGeom>
          <a:solidFill>
            <a:srgbClr val="e0e0e0"/>
          </a:solidFill>
          <a:ln w="19050" cap="flat" cmpd="sng" algn="ctr">
            <a:noFill/>
            <a:prstDash val="solid"/>
            <a:round/>
            <a:headEnd w="med" len="med"/>
            <a:tailEnd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z="2000" b="1">
                <a:solidFill>
                  <a:schemeClr val="dk1"/>
                </a:solidFill>
                <a:latin typeface="맑은 고딕"/>
              </a:rPr>
              <a:t>      앞으로 저희 </a:t>
            </a:r>
            <a:r>
              <a:rPr lang="en-US" altLang="ko-KR" sz="2000" b="1">
                <a:solidFill>
                  <a:schemeClr val="dk1"/>
                </a:solidFill>
                <a:latin typeface="맑은 고딕"/>
              </a:rPr>
              <a:t>(</a:t>
            </a:r>
            <a:r>
              <a:rPr lang="ko-KR" altLang="en-US" sz="2000" b="1">
                <a:solidFill>
                  <a:schemeClr val="dk1"/>
                </a:solidFill>
                <a:latin typeface="맑은 고딕"/>
              </a:rPr>
              <a:t>주</a:t>
            </a:r>
            <a:r>
              <a:rPr lang="en-US" altLang="ko-KR" sz="2000" b="1">
                <a:solidFill>
                  <a:schemeClr val="dk1"/>
                </a:solidFill>
                <a:latin typeface="맑은 고딕"/>
              </a:rPr>
              <a:t>)</a:t>
            </a:r>
            <a:r>
              <a:rPr lang="ko-KR" altLang="en-US" sz="2000" b="1">
                <a:solidFill>
                  <a:schemeClr val="dk1"/>
                </a:solidFill>
                <a:latin typeface="맑은 고딕"/>
              </a:rPr>
              <a:t>덕카는 고객님의 다양한 요구를 충족하기 위해       </a:t>
            </a:r>
            <a:endParaRPr lang="ko-KR" altLang="en-US" sz="2000" b="1">
              <a:solidFill>
                <a:schemeClr val="dk1"/>
              </a:solidFill>
              <a:latin typeface="맑은 고딕"/>
            </a:endParaRPr>
          </a:p>
          <a:p>
            <a:pPr>
              <a:defRPr/>
            </a:pPr>
            <a:r>
              <a:rPr lang="ko-KR" altLang="en-US" sz="2000" b="1">
                <a:solidFill>
                  <a:schemeClr val="dk1"/>
                </a:solidFill>
                <a:latin typeface="맑은 고딕"/>
              </a:rPr>
              <a:t>      항상 노력하며 새로운 상품과 서비스를 개발하여</a:t>
            </a:r>
            <a:endParaRPr lang="ko-KR" altLang="en-US" sz="2000" b="1">
              <a:solidFill>
                <a:schemeClr val="dk1"/>
              </a:solidFill>
              <a:latin typeface="맑은 고딕"/>
            </a:endParaRPr>
          </a:p>
          <a:p>
            <a:pPr>
              <a:defRPr/>
            </a:pPr>
            <a:r>
              <a:rPr lang="ko-KR" altLang="en-US" sz="2000" b="1">
                <a:solidFill>
                  <a:schemeClr val="dk1"/>
                </a:solidFill>
                <a:latin typeface="맑은 고딕"/>
              </a:rPr>
              <a:t>      누구나 편하게 안전하게 사용할 수 있는 렌트카의 새로운 방향을 제시하겠습니다</a:t>
            </a:r>
            <a:r>
              <a:rPr lang="en-US" altLang="ko-KR" sz="2000" b="1">
                <a:solidFill>
                  <a:schemeClr val="dk1"/>
                </a:solidFill>
                <a:latin typeface="맑은 고딕"/>
              </a:rPr>
              <a:t>.</a:t>
            </a:r>
            <a:endParaRPr lang="en-US" altLang="ko-KR" sz="2000" b="1">
              <a:solidFill>
                <a:schemeClr val="dk1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88</ep:Words>
  <ep:PresentationFormat>사용자 지정</ep:PresentationFormat>
  <ep:Paragraphs>10</ep:Paragraphs>
  <ep:Slides>1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ep:HeadingPairs>
  <ep:TitlesOfParts>
    <vt:vector size="2" baseType="lpstr">
      <vt:lpstr>한컴오피스</vt:lpstr>
      <vt:lpstr>슬라이드 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2021-05-04T04:50:36.000</dcterms:created>
  <dc:creator>LEEYUNKYUNG</dc:creator>
  <cp:lastModifiedBy>LEEYUNKYUNG</cp:lastModifiedBy>
  <dcterms:modified xsi:type="dcterms:W3CDTF">2021-05-04T07:45:28.219</dcterms:modified>
  <cp:revision>19</cp:revision>
  <dc:title>PowerPoint 프레젠테이션</dc:title>
  <cp:version>1100.0100.01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